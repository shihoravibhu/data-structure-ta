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415" r:id="rId2"/>
    <p:sldId id="422" r:id="rId3"/>
    <p:sldId id="423" r:id="rId4"/>
    <p:sldId id="424" r:id="rId5"/>
    <p:sldId id="418" r:id="rId6"/>
    <p:sldId id="419" r:id="rId7"/>
    <p:sldId id="420" r:id="rId8"/>
    <p:sldId id="421" r:id="rId9"/>
    <p:sldId id="344" r:id="rId10"/>
  </p:sldIdLst>
  <p:sldSz cx="12192000" cy="6858000"/>
  <p:notesSz cx="6858000" cy="9144000"/>
  <p:embeddedFontLst>
    <p:embeddedFont>
      <p:font typeface="Wingdings 3" panose="05040102010807070707" pitchFamily="18" charset="2"/>
      <p:regular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Roboto Condensed Light" panose="02000000000000000000" pitchFamily="2" charset="0"/>
      <p:regular r:id="rId18"/>
      <p:italic r:id="rId19"/>
    </p:embeddedFont>
    <p:embeddedFont>
      <p:font typeface="Open Sans Semibold" panose="020B0706030804020204" pitchFamily="34" charset="0"/>
      <p:bold r:id="rId20"/>
      <p:boldItalic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Roboto Condensed" panose="02000000000000000000" pitchFamily="2" charset="0"/>
      <p:regular r:id="rId26"/>
      <p:bold r:id="rId27"/>
      <p:italic r:id="rId28"/>
      <p:boldItalic r:id="rId29"/>
    </p:embeddedFont>
    <p:embeddedFont>
      <p:font typeface="Segoe UI Black" panose="020B0A02040204020203" pitchFamily="34" charset="0"/>
      <p:bold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B71B1C"/>
    <a:srgbClr val="FFFFFF"/>
    <a:srgbClr val="9A3A3A"/>
    <a:srgbClr val="1D3064"/>
    <a:srgbClr val="F54337"/>
    <a:srgbClr val="ED524F"/>
    <a:srgbClr val="3366FF"/>
    <a:srgbClr val="301B92"/>
    <a:srgbClr val="673B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2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3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2.fntdata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13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baseline="0" dirty="0"/>
              <a:t> University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9678496" y="861192"/>
            <a:ext cx="2554142" cy="587454"/>
            <a:chOff x="9424496" y="8611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9780096" y="5890392"/>
            <a:ext cx="2554142" cy="587454"/>
            <a:chOff x="9475296" y="58903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18B55886-6939-173D-0399-543AE006182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-49704" y="5915792"/>
            <a:ext cx="2554142" cy="587454"/>
            <a:chOff x="242396" y="58903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888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1D3C3F07-EDD3-52AF-0EE4-F04B600338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9437224" y="6087939"/>
            <a:ext cx="2554142" cy="650953"/>
            <a:chOff x="9437224" y="6087939"/>
            <a:chExt cx="2554142" cy="65095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8046" y="6151439"/>
              <a:ext cx="1932495" cy="587453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9437224" y="6087939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52158" y="1499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099E7C37-A171-578A-F143-E583B37C897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0CB66480-67B1-DCA9-5D6A-97B79F7DF396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900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2266AAA7-4025-ADFA-6591-6CD7896DDA6B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1: </a:t>
            </a:r>
            <a:r>
              <a:rPr lang="en-US" sz="1800" dirty="0"/>
              <a:t>Introduction to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64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2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686" y="1367559"/>
            <a:ext cx="7694136" cy="2373931"/>
          </a:xfrm>
        </p:spPr>
        <p:txBody>
          <a:bodyPr/>
          <a:lstStyle/>
          <a:p>
            <a:r>
              <a:rPr lang="en-US" sz="6000" b="0" dirty="0"/>
              <a:t>LAB – 3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smtClean="0"/>
              <a:t>ARRAY CONCEPTS</a:t>
            </a:r>
            <a:r>
              <a:rPr lang="en-US" sz="6000" dirty="0"/>
              <a:t/>
            </a:r>
            <a:br>
              <a:rPr lang="en-US" sz="6000" dirty="0"/>
            </a:br>
            <a:endParaRPr lang="en-US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Pradyuman</a:t>
            </a:r>
            <a:r>
              <a:rPr lang="en-US" dirty="0"/>
              <a:t> U. </a:t>
            </a:r>
            <a:r>
              <a:rPr lang="en-US" dirty="0" err="1"/>
              <a:t>Jadeja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5180" y="5218798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1457381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711201"/>
            <a:ext cx="12192000" cy="4774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7482980" y="1188605"/>
            <a:ext cx="4709019" cy="5396753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- 16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7584956" y="1906773"/>
            <a:ext cx="4337107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/>
              <a:t>Declare </a:t>
            </a:r>
            <a:r>
              <a:rPr lang="en-US" sz="2400" dirty="0"/>
              <a:t>a variable ‘size’ of data type int , take it from user 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/>
              <a:t>Declare </a:t>
            </a:r>
            <a:r>
              <a:rPr lang="en-US" sz="2400" dirty="0"/>
              <a:t>an array having total capacity of ‘size’ 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/>
              <a:t>Use </a:t>
            </a:r>
            <a:r>
              <a:rPr lang="en-US" sz="2400" dirty="0"/>
              <a:t>a ‘for’ loop and ‘scanf()’ function to take elements from user 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/>
              <a:t>Display </a:t>
            </a:r>
            <a:r>
              <a:rPr lang="en-US" sz="2400" dirty="0"/>
              <a:t>all the elements in next ‘for’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26940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 Write a program to </a:t>
            </a:r>
            <a:r>
              <a:rPr lang="en-IN" sz="2400" dirty="0">
                <a:solidFill>
                  <a:srgbClr val="C00000"/>
                </a:solidFill>
              </a:rPr>
              <a:t>read and display n numbers</a:t>
            </a:r>
            <a:r>
              <a:rPr lang="en-IN" sz="2400" dirty="0"/>
              <a:t> using an </a:t>
            </a:r>
            <a:r>
              <a:rPr lang="en-IN" sz="2400" dirty="0">
                <a:solidFill>
                  <a:srgbClr val="C00000"/>
                </a:solidFill>
              </a:rPr>
              <a:t>array</a:t>
            </a:r>
            <a:r>
              <a:rPr lang="en-IN" sz="2400" dirty="0"/>
              <a:t>.  </a:t>
            </a:r>
          </a:p>
        </p:txBody>
      </p:sp>
      <p:sp>
        <p:nvSpPr>
          <p:cNvPr id="6" name="Rectangle 5"/>
          <p:cNvSpPr/>
          <p:nvPr/>
        </p:nvSpPr>
        <p:spPr>
          <a:xfrm>
            <a:off x="131180" y="1306609"/>
            <a:ext cx="6932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 smtClean="0"/>
              <a:t>INPUT: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IN" sz="2400" dirty="0" smtClean="0"/>
              <a:t>Take </a:t>
            </a:r>
            <a:r>
              <a:rPr lang="en-IN" sz="2400" dirty="0">
                <a:solidFill>
                  <a:srgbClr val="C00000"/>
                </a:solidFill>
              </a:rPr>
              <a:t>total elements to enter </a:t>
            </a:r>
            <a:r>
              <a:rPr lang="en-IN" sz="2400" dirty="0"/>
              <a:t>(‘size’/’n’) from </a:t>
            </a:r>
            <a:r>
              <a:rPr lang="en-IN" sz="2400" dirty="0" smtClean="0"/>
              <a:t>user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IN" sz="2400" dirty="0" smtClean="0"/>
              <a:t>Take individual </a:t>
            </a:r>
            <a:r>
              <a:rPr lang="en-IN" sz="2400" dirty="0"/>
              <a:t>elements from </a:t>
            </a:r>
            <a:r>
              <a:rPr lang="en-IN" sz="2400" dirty="0" smtClean="0"/>
              <a:t>user</a:t>
            </a:r>
            <a:endParaRPr lang="en-IN" sz="2400" dirty="0"/>
          </a:p>
        </p:txBody>
      </p:sp>
      <p:sp>
        <p:nvSpPr>
          <p:cNvPr id="10" name="Rectangle 9"/>
          <p:cNvSpPr/>
          <p:nvPr/>
        </p:nvSpPr>
        <p:spPr>
          <a:xfrm>
            <a:off x="131180" y="2799657"/>
            <a:ext cx="69323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400" dirty="0"/>
              <a:t>Display all the elements 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4956" y="1280938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  <p:extLst>
      <p:ext uri="{BB962C8B-B14F-4D97-AF65-F5344CB8AC3E}">
        <p14:creationId xmlns:p14="http://schemas.microsoft.com/office/powerpoint/2010/main" val="425263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711201"/>
            <a:ext cx="12192000" cy="4774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7482980" y="1188605"/>
            <a:ext cx="4709019" cy="5396753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- 17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7584956" y="1906773"/>
            <a:ext cx="433710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/>
              <a:t>Declare </a:t>
            </a:r>
            <a:r>
              <a:rPr lang="en-US" sz="2400" dirty="0"/>
              <a:t>three integer variables</a:t>
            </a:r>
            <a:r>
              <a:rPr lang="en-US" sz="2400" dirty="0" smtClean="0"/>
              <a:t>: 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/>
              <a:t>m, n, sum = 0;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/>
              <a:t>Take </a:t>
            </a:r>
            <a:r>
              <a:rPr lang="en-US" sz="2400" dirty="0"/>
              <a:t>values of M and N from the user using </a:t>
            </a:r>
            <a:r>
              <a:rPr lang="en-US" sz="2400" dirty="0" err="1"/>
              <a:t>scanf</a:t>
            </a:r>
            <a:r>
              <a:rPr lang="en-US" sz="2400" dirty="0"/>
              <a:t>().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/>
              <a:t>Use </a:t>
            </a:r>
            <a:r>
              <a:rPr lang="en-US" sz="2400" dirty="0"/>
              <a:t>a ‘for’ loop to traverse from M to N.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/>
              <a:t>Add </a:t>
            </a:r>
            <a:r>
              <a:rPr lang="en-US" sz="2400" dirty="0"/>
              <a:t>each number to the variable sum.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/>
              <a:t>After </a:t>
            </a:r>
            <a:r>
              <a:rPr lang="en-US" sz="2400" dirty="0"/>
              <a:t>completion of the loop, display the final value of sum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0" y="726940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 Write a program to calculate sum of numbers from m to n. </a:t>
            </a:r>
          </a:p>
        </p:txBody>
      </p:sp>
      <p:sp>
        <p:nvSpPr>
          <p:cNvPr id="6" name="Rectangle 5"/>
          <p:cNvSpPr/>
          <p:nvPr/>
        </p:nvSpPr>
        <p:spPr>
          <a:xfrm>
            <a:off x="131180" y="1306609"/>
            <a:ext cx="6932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 smtClean="0"/>
              <a:t>INPUT: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US" sz="2400" dirty="0"/>
              <a:t>Take starting number M from user.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/>
              <a:t>Take </a:t>
            </a:r>
            <a:r>
              <a:rPr lang="en-US" sz="2400" dirty="0"/>
              <a:t>ending number N from user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131180" y="2799657"/>
            <a:ext cx="69323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US" sz="2400" dirty="0"/>
              <a:t>Display the sum of all numbers from M to N.</a:t>
            </a:r>
            <a:endParaRPr lang="en-IN" sz="2400" dirty="0"/>
          </a:p>
        </p:txBody>
      </p:sp>
      <p:sp>
        <p:nvSpPr>
          <p:cNvPr id="7" name="Rectangle 6"/>
          <p:cNvSpPr/>
          <p:nvPr/>
        </p:nvSpPr>
        <p:spPr>
          <a:xfrm>
            <a:off x="7584956" y="1280938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  <p:extLst>
      <p:ext uri="{BB962C8B-B14F-4D97-AF65-F5344CB8AC3E}">
        <p14:creationId xmlns:p14="http://schemas.microsoft.com/office/powerpoint/2010/main" val="156839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711201"/>
            <a:ext cx="12192000" cy="4774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7482980" y="1188605"/>
            <a:ext cx="4709019" cy="5396753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</a:t>
            </a:r>
            <a:r>
              <a:rPr lang="en-US" dirty="0" smtClean="0"/>
              <a:t>18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7584956" y="1906773"/>
            <a:ext cx="433710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/>
              <a:t>Declare </a:t>
            </a:r>
            <a:r>
              <a:rPr lang="en-US" sz="2400" dirty="0"/>
              <a:t>three integer variables</a:t>
            </a:r>
            <a:r>
              <a:rPr lang="en-US" sz="2400" dirty="0" smtClean="0"/>
              <a:t>: 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/>
              <a:t>m, n, sum = 0;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/>
              <a:t>Take </a:t>
            </a:r>
            <a:r>
              <a:rPr lang="en-US" sz="2400" dirty="0"/>
              <a:t>values of M and N from the user using </a:t>
            </a:r>
            <a:r>
              <a:rPr lang="en-US" sz="2400" dirty="0" err="1"/>
              <a:t>scanf</a:t>
            </a:r>
            <a:r>
              <a:rPr lang="en-US" sz="2400" dirty="0"/>
              <a:t>().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/>
              <a:t>Use </a:t>
            </a:r>
            <a:r>
              <a:rPr lang="en-US" sz="2400" dirty="0"/>
              <a:t>a ‘for’ loop to traverse from M to N.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/>
              <a:t>Add </a:t>
            </a:r>
            <a:r>
              <a:rPr lang="en-US" sz="2400" dirty="0"/>
              <a:t>each number to the variable sum.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/>
              <a:t>After </a:t>
            </a:r>
            <a:r>
              <a:rPr lang="en-US" sz="2400" dirty="0"/>
              <a:t>completion of the loop, display the final value of sum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0" y="726940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Write a program to calculate average of first n numbers.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131180" y="1306609"/>
            <a:ext cx="6932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 smtClean="0"/>
              <a:t>INPUT: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US" sz="2400" dirty="0"/>
              <a:t>Take starting number M from user.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/>
              <a:t>Take </a:t>
            </a:r>
            <a:r>
              <a:rPr lang="en-US" sz="2400" dirty="0"/>
              <a:t>ending number N from user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131180" y="2799657"/>
            <a:ext cx="69323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US" sz="2400" dirty="0"/>
              <a:t>Display the sum of all numbers from M to N.</a:t>
            </a:r>
            <a:endParaRPr lang="en-IN" sz="2400" dirty="0"/>
          </a:p>
        </p:txBody>
      </p:sp>
      <p:sp>
        <p:nvSpPr>
          <p:cNvPr id="7" name="Rectangle 6"/>
          <p:cNvSpPr/>
          <p:nvPr/>
        </p:nvSpPr>
        <p:spPr>
          <a:xfrm>
            <a:off x="7584956" y="1280938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  <p:extLst>
      <p:ext uri="{BB962C8B-B14F-4D97-AF65-F5344CB8AC3E}">
        <p14:creationId xmlns:p14="http://schemas.microsoft.com/office/powerpoint/2010/main" val="1139408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77781" y="1261533"/>
            <a:ext cx="5358580" cy="5217875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- 18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Write a program to calculate average of first n numbers. </a:t>
            </a:r>
          </a:p>
          <a:p>
            <a:pPr marL="0" lvl="0" indent="0">
              <a:buNone/>
            </a:pPr>
            <a:endParaRPr lang="en-IN" dirty="0"/>
          </a:p>
          <a:p>
            <a:pPr marL="0" lvl="0" indent="0">
              <a:buNone/>
            </a:pPr>
            <a:r>
              <a:rPr lang="en-IN" b="1" u="sng" dirty="0"/>
              <a:t>INPUT:</a:t>
            </a:r>
          </a:p>
          <a:p>
            <a:pPr marL="0" lvl="0" indent="0">
              <a:buNone/>
            </a:pPr>
            <a:r>
              <a:rPr lang="en-IN" dirty="0"/>
              <a:t>Take the value of </a:t>
            </a:r>
            <a:r>
              <a:rPr lang="en-IN" b="1" dirty="0"/>
              <a:t>N</a:t>
            </a:r>
            <a:r>
              <a:rPr lang="en-IN" dirty="0"/>
              <a:t> from the user.</a:t>
            </a:r>
          </a:p>
          <a:p>
            <a:pPr marL="0" lvl="0" indent="0">
              <a:buNone/>
            </a:pPr>
            <a:endParaRPr lang="en-IN" dirty="0"/>
          </a:p>
          <a:p>
            <a:pPr marL="0" lvl="0" indent="0">
              <a:buNone/>
            </a:pPr>
            <a:r>
              <a:rPr lang="en-IN" b="1" u="sng" dirty="0"/>
              <a:t>OUTPUT:</a:t>
            </a:r>
          </a:p>
          <a:p>
            <a:pPr marL="0" lvl="0" indent="0">
              <a:buNone/>
            </a:pPr>
            <a:r>
              <a:rPr lang="en-IN" dirty="0"/>
              <a:t>Display the </a:t>
            </a:r>
            <a:r>
              <a:rPr lang="en-IN" b="1" dirty="0"/>
              <a:t>average of first N natural numbers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rot="10800000" flipV="1">
            <a:off x="6577781" y="1261532"/>
            <a:ext cx="584036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METHODOLOGY INVOLVED:</a:t>
            </a:r>
          </a:p>
          <a:p>
            <a:r>
              <a:rPr lang="en-IN" b="1" dirty="0"/>
              <a:t>1)</a:t>
            </a:r>
            <a:r>
              <a:rPr lang="en-IN" dirty="0"/>
              <a:t> Declare three variables:</a:t>
            </a:r>
          </a:p>
          <a:p>
            <a:r>
              <a:rPr lang="en-IN" dirty="0"/>
              <a:t>int n, sum = 0;</a:t>
            </a:r>
          </a:p>
          <a:p>
            <a:r>
              <a:rPr lang="en-IN" dirty="0"/>
              <a:t>float average;</a:t>
            </a:r>
          </a:p>
          <a:p>
            <a:endParaRPr lang="en-IN" b="1" dirty="0"/>
          </a:p>
          <a:p>
            <a:r>
              <a:rPr lang="en-IN" b="1" dirty="0"/>
              <a:t>2)</a:t>
            </a:r>
            <a:r>
              <a:rPr lang="en-IN" dirty="0"/>
              <a:t> Take the value of </a:t>
            </a:r>
            <a:r>
              <a:rPr lang="en-IN" b="1" dirty="0"/>
              <a:t>N</a:t>
            </a:r>
            <a:r>
              <a:rPr lang="en-IN" dirty="0"/>
              <a:t> from the user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3)</a:t>
            </a:r>
            <a:r>
              <a:rPr lang="en-IN" dirty="0"/>
              <a:t> Use a for loop to generate numbers from </a:t>
            </a:r>
            <a:r>
              <a:rPr lang="en-IN" b="1" dirty="0"/>
              <a:t>1 to N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4)</a:t>
            </a:r>
            <a:r>
              <a:rPr lang="en-IN" dirty="0"/>
              <a:t> Add each number to the variable sum.</a:t>
            </a:r>
          </a:p>
          <a:p>
            <a:r>
              <a:rPr lang="en-IN" dirty="0"/>
              <a:t>sum = sum +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b="1" dirty="0"/>
              <a:t>5)</a:t>
            </a:r>
            <a:r>
              <a:rPr lang="en-IN" dirty="0"/>
              <a:t> Calculate the average using the formula:</a:t>
            </a:r>
          </a:p>
          <a:p>
            <a:r>
              <a:rPr lang="en-IN" dirty="0"/>
              <a:t>average = (float)sum / n;</a:t>
            </a:r>
          </a:p>
          <a:p>
            <a:r>
              <a:rPr lang="en-IN" dirty="0"/>
              <a:t>Type casting (float) is used to obtain the result in decimal form.</a:t>
            </a:r>
          </a:p>
          <a:p>
            <a:endParaRPr lang="en-IN" dirty="0"/>
          </a:p>
          <a:p>
            <a:r>
              <a:rPr lang="en-IN" b="1" dirty="0"/>
              <a:t>6)</a:t>
            </a:r>
            <a:r>
              <a:rPr lang="en-IN" dirty="0"/>
              <a:t> Display the value of average.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908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985933" y="1352602"/>
            <a:ext cx="6074887" cy="5397121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– 19 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0" y="711201"/>
            <a:ext cx="11929641" cy="5590565"/>
          </a:xfrm>
        </p:spPr>
        <p:txBody>
          <a:bodyPr/>
          <a:lstStyle/>
          <a:p>
            <a:pPr lvl="0"/>
            <a:r>
              <a:rPr lang="en-IN" dirty="0"/>
              <a:t>. Write a program to find position of the smallest number &amp; the largest number from given n numbers.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rot="10800000" flipV="1">
            <a:off x="5871579" y="1159159"/>
            <a:ext cx="495728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METHODOLOGY INVOLVED:</a:t>
            </a:r>
          </a:p>
          <a:p>
            <a:endParaRPr lang="en-IN" dirty="0"/>
          </a:p>
          <a:p>
            <a:r>
              <a:rPr lang="en-IN" b="1" dirty="0"/>
              <a:t>1)</a:t>
            </a:r>
            <a:r>
              <a:rPr lang="en-IN" dirty="0"/>
              <a:t> Declare an array of size n.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2)</a:t>
            </a:r>
            <a:r>
              <a:rPr lang="en-IN" dirty="0"/>
              <a:t> input all array elements.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3)</a:t>
            </a:r>
            <a:r>
              <a:rPr lang="en-IN" dirty="0"/>
              <a:t> Assume the first element is both the smallest and largest element.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4)</a:t>
            </a:r>
            <a:r>
              <a:rPr lang="en-IN" dirty="0"/>
              <a:t> Traverse the array from the second element to the last element.</a:t>
            </a:r>
          </a:p>
          <a:p>
            <a:endParaRPr lang="en-IN" b="1" dirty="0"/>
          </a:p>
          <a:p>
            <a:r>
              <a:rPr lang="en-IN" b="1" dirty="0"/>
              <a:t>5)</a:t>
            </a:r>
            <a:r>
              <a:rPr lang="en-IN" dirty="0"/>
              <a:t> If the current element is smaller than the current minimum element, update </a:t>
            </a:r>
            <a:r>
              <a:rPr lang="en-IN" dirty="0" err="1"/>
              <a:t>min_pos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6)</a:t>
            </a:r>
            <a:r>
              <a:rPr lang="en-IN" dirty="0"/>
              <a:t> If the current element is larger than the current maximum element, update </a:t>
            </a:r>
            <a:r>
              <a:rPr lang="en-IN" dirty="0" err="1"/>
              <a:t>max_pos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7)</a:t>
            </a:r>
            <a:r>
              <a:rPr lang="en-IN" dirty="0"/>
              <a:t> After completion of the loop, display the positions of the smallest and largest elements.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6582FA-D1D0-6184-AFE4-E8BB2C5173DF}"/>
              </a:ext>
            </a:extLst>
          </p:cNvPr>
          <p:cNvSpPr txBox="1"/>
          <p:nvPr/>
        </p:nvSpPr>
        <p:spPr>
          <a:xfrm>
            <a:off x="131179" y="2114465"/>
            <a:ext cx="4648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INPUT:</a:t>
            </a:r>
          </a:p>
          <a:p>
            <a:endParaRPr lang="en-IN" b="1" dirty="0"/>
          </a:p>
          <a:p>
            <a:r>
              <a:rPr lang="en-IN" b="1" dirty="0"/>
              <a:t>1)</a:t>
            </a:r>
            <a:r>
              <a:rPr lang="en-IN" dirty="0"/>
              <a:t> Take the total number of elements </a:t>
            </a:r>
            <a:r>
              <a:rPr lang="en-IN" b="1" dirty="0"/>
              <a:t>N</a:t>
            </a:r>
            <a:r>
              <a:rPr lang="en-IN" dirty="0"/>
              <a:t> from the user.</a:t>
            </a:r>
          </a:p>
          <a:p>
            <a:r>
              <a:rPr lang="en-IN" b="1" dirty="0"/>
              <a:t>2)</a:t>
            </a:r>
            <a:r>
              <a:rPr lang="en-IN" dirty="0"/>
              <a:t> Take </a:t>
            </a:r>
            <a:r>
              <a:rPr lang="en-IN" b="1" dirty="0"/>
              <a:t>N</a:t>
            </a:r>
            <a:r>
              <a:rPr lang="en-IN" dirty="0"/>
              <a:t> integer elements from the user and store them in an array.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OUTPUT:</a:t>
            </a:r>
          </a:p>
          <a:p>
            <a:endParaRPr lang="en-IN" b="1" dirty="0"/>
          </a:p>
          <a:p>
            <a:r>
              <a:rPr lang="en-IN" dirty="0"/>
              <a:t>Display the </a:t>
            </a:r>
            <a:r>
              <a:rPr lang="en-IN" b="1" dirty="0"/>
              <a:t>position (index)</a:t>
            </a:r>
            <a:r>
              <a:rPr lang="en-IN" dirty="0"/>
              <a:t> of the smallest element and the largest element in the array.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8074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E7E2CF-2AD1-5693-F390-5222D7B3D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– 20 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302259-C461-DAEF-F345-4E7729739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Write a program to find whether the array contains a duplicate number or not.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ABBE62-19AE-39A9-9C5B-68A303057721}"/>
              </a:ext>
            </a:extLst>
          </p:cNvPr>
          <p:cNvSpPr txBox="1"/>
          <p:nvPr/>
        </p:nvSpPr>
        <p:spPr>
          <a:xfrm>
            <a:off x="131179" y="1859339"/>
            <a:ext cx="427566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INPUT:</a:t>
            </a:r>
          </a:p>
          <a:p>
            <a:endParaRPr lang="en-IN" b="1" dirty="0"/>
          </a:p>
          <a:p>
            <a:pPr marL="342900" indent="-342900">
              <a:buAutoNum type="arabicParenR"/>
            </a:pPr>
            <a:r>
              <a:rPr lang="en-IN" dirty="0"/>
              <a:t>Take the total number of elements </a:t>
            </a:r>
            <a:r>
              <a:rPr lang="en-IN" b="1" dirty="0"/>
              <a:t>N</a:t>
            </a:r>
            <a:r>
              <a:rPr lang="en-IN" dirty="0"/>
              <a:t> from the user.</a:t>
            </a:r>
          </a:p>
          <a:p>
            <a:endParaRPr lang="en-IN" dirty="0"/>
          </a:p>
          <a:p>
            <a:r>
              <a:rPr lang="en-IN" b="1" dirty="0"/>
              <a:t>2)</a:t>
            </a:r>
            <a:r>
              <a:rPr lang="en-IN" dirty="0"/>
              <a:t> Take </a:t>
            </a:r>
            <a:r>
              <a:rPr lang="en-IN" b="1" dirty="0"/>
              <a:t>N</a:t>
            </a:r>
            <a:r>
              <a:rPr lang="en-IN" dirty="0"/>
              <a:t> integer elements from the user and store them in an array.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r>
              <a:rPr lang="en-IN" b="1" dirty="0"/>
              <a:t>OUTPUT:</a:t>
            </a:r>
          </a:p>
          <a:p>
            <a:endParaRPr lang="en-IN" b="1" dirty="0"/>
          </a:p>
          <a:p>
            <a:r>
              <a:rPr lang="en-IN" dirty="0"/>
              <a:t>Display whether the array </a:t>
            </a:r>
            <a:r>
              <a:rPr lang="en-IN" b="1" dirty="0"/>
              <a:t>contains duplicate element(s)</a:t>
            </a:r>
            <a:r>
              <a:rPr lang="en-IN" dirty="0"/>
              <a:t> or </a:t>
            </a:r>
            <a:r>
              <a:rPr lang="en-IN" b="1" dirty="0"/>
              <a:t>does not contain any duplicate element</a:t>
            </a:r>
            <a:r>
              <a:rPr lang="en-IN" dirty="0"/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3DC4C4-E6C8-EC42-DB38-FB839E3A9521}"/>
              </a:ext>
            </a:extLst>
          </p:cNvPr>
          <p:cNvSpPr/>
          <p:nvPr/>
        </p:nvSpPr>
        <p:spPr>
          <a:xfrm>
            <a:off x="6577781" y="1261533"/>
            <a:ext cx="5358580" cy="5217875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698D8F-058C-3165-B58D-AC02B5A6B5A6}"/>
              </a:ext>
            </a:extLst>
          </p:cNvPr>
          <p:cNvSpPr txBox="1"/>
          <p:nvPr/>
        </p:nvSpPr>
        <p:spPr>
          <a:xfrm>
            <a:off x="6797504" y="1401095"/>
            <a:ext cx="4648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METHODOLOGY INVOLVED :</a:t>
            </a:r>
          </a:p>
          <a:p>
            <a:endParaRPr lang="en-IN" b="1" dirty="0"/>
          </a:p>
          <a:p>
            <a:r>
              <a:rPr lang="en-IN" b="1" dirty="0"/>
              <a:t>1)</a:t>
            </a:r>
            <a:r>
              <a:rPr lang="en-IN" dirty="0"/>
              <a:t> Declare variables:</a:t>
            </a:r>
          </a:p>
          <a:p>
            <a:r>
              <a:rPr lang="en-IN" dirty="0"/>
              <a:t>int n, Dup = 0;</a:t>
            </a:r>
          </a:p>
          <a:p>
            <a:endParaRPr lang="en-IN" b="1" dirty="0"/>
          </a:p>
          <a:p>
            <a:r>
              <a:rPr lang="en-IN" b="1" dirty="0"/>
              <a:t>2)</a:t>
            </a:r>
            <a:r>
              <a:rPr lang="en-IN" dirty="0"/>
              <a:t> Use a for loop to input all array elements.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3)</a:t>
            </a:r>
            <a:r>
              <a:rPr lang="en-IN" dirty="0"/>
              <a:t> Compare each element with every other element using nested for loops.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r>
              <a:rPr lang="en-IN" b="1" dirty="0"/>
              <a:t>4)</a:t>
            </a:r>
            <a:r>
              <a:rPr lang="en-IN" dirty="0"/>
              <a:t> If two elements are found equal, set the flag variable Dup to </a:t>
            </a:r>
            <a:r>
              <a:rPr lang="en-IN" b="1" dirty="0"/>
              <a:t>1</a:t>
            </a:r>
            <a:r>
              <a:rPr lang="en-IN" dirty="0"/>
              <a:t> and terminate the search.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r>
              <a:rPr lang="en-IN" b="1" dirty="0"/>
              <a:t>5)</a:t>
            </a:r>
            <a:r>
              <a:rPr lang="en-IN" dirty="0"/>
              <a:t> After checking all elements, display the result.</a:t>
            </a:r>
          </a:p>
          <a:p>
            <a:r>
              <a:rPr lang="en-IN" dirty="0"/>
              <a:t>If duplicate exists: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824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82734" y="1431958"/>
            <a:ext cx="5963538" cy="5225093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- 21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IN" dirty="0"/>
              <a:t>Read n numbers in an array then read two different numbers, replace 1</a:t>
            </a:r>
            <a:r>
              <a:rPr lang="en-IN" baseline="30000" dirty="0"/>
              <a:t>st</a:t>
            </a:r>
            <a:r>
              <a:rPr lang="en-IN" dirty="0"/>
              <a:t> number with 2</a:t>
            </a:r>
            <a:r>
              <a:rPr lang="en-IN" baseline="30000" dirty="0"/>
              <a:t>nd</a:t>
            </a:r>
            <a:r>
              <a:rPr lang="en-IN" dirty="0"/>
              <a:t> number in an array and print its index and final array.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6FBE2E-9B85-00B5-30D6-E88641A25566}"/>
              </a:ext>
            </a:extLst>
          </p:cNvPr>
          <p:cNvSpPr txBox="1"/>
          <p:nvPr/>
        </p:nvSpPr>
        <p:spPr>
          <a:xfrm>
            <a:off x="220107" y="1855737"/>
            <a:ext cx="502073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INPUT:</a:t>
            </a:r>
          </a:p>
          <a:p>
            <a:r>
              <a:rPr lang="en-IN" b="1" dirty="0"/>
              <a:t>1)</a:t>
            </a:r>
            <a:r>
              <a:rPr lang="en-IN" dirty="0"/>
              <a:t> Take the total number of elements </a:t>
            </a:r>
            <a:r>
              <a:rPr lang="en-IN" b="1" dirty="0"/>
              <a:t>N</a:t>
            </a:r>
            <a:r>
              <a:rPr lang="en-IN" dirty="0"/>
              <a:t> from the user.</a:t>
            </a:r>
          </a:p>
          <a:p>
            <a:r>
              <a:rPr lang="en-IN" b="1" dirty="0"/>
              <a:t>2)</a:t>
            </a:r>
            <a:r>
              <a:rPr lang="en-IN" dirty="0"/>
              <a:t> Take </a:t>
            </a:r>
            <a:r>
              <a:rPr lang="en-IN" b="1" dirty="0"/>
              <a:t>N</a:t>
            </a:r>
            <a:r>
              <a:rPr lang="en-IN" dirty="0"/>
              <a:t> integer elements from the user and store them in an array.</a:t>
            </a:r>
          </a:p>
          <a:p>
            <a:r>
              <a:rPr lang="en-IN" b="1" dirty="0"/>
              <a:t>3)</a:t>
            </a:r>
            <a:r>
              <a:rPr lang="en-IN" dirty="0"/>
              <a:t> Take the number to be replaced (</a:t>
            </a:r>
            <a:r>
              <a:rPr lang="en-IN" b="1" dirty="0"/>
              <a:t>Old Number</a:t>
            </a:r>
            <a:r>
              <a:rPr lang="en-IN" dirty="0"/>
              <a:t>) from the user.</a:t>
            </a:r>
          </a:p>
          <a:p>
            <a:r>
              <a:rPr lang="en-IN" b="1" dirty="0"/>
              <a:t>4)</a:t>
            </a:r>
            <a:r>
              <a:rPr lang="en-IN" dirty="0"/>
              <a:t> Take the new number (</a:t>
            </a:r>
            <a:r>
              <a:rPr lang="en-IN" b="1" dirty="0"/>
              <a:t>New Number</a:t>
            </a:r>
            <a:r>
              <a:rPr lang="en-IN" dirty="0"/>
              <a:t>) from the user.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OUTPUT:</a:t>
            </a:r>
          </a:p>
          <a:p>
            <a:r>
              <a:rPr lang="en-IN" b="1" dirty="0"/>
              <a:t>1)</a:t>
            </a:r>
            <a:r>
              <a:rPr lang="en-IN" dirty="0"/>
              <a:t> Display the index at which the replacement is performed.</a:t>
            </a:r>
          </a:p>
          <a:p>
            <a:r>
              <a:rPr lang="en-IN" b="1" dirty="0"/>
              <a:t>2)</a:t>
            </a:r>
            <a:r>
              <a:rPr lang="en-IN" dirty="0"/>
              <a:t> Display the modified array after replacement.</a:t>
            </a:r>
          </a:p>
          <a:p>
            <a:r>
              <a:rPr lang="en-IN" b="1" dirty="0"/>
              <a:t>3)</a:t>
            </a:r>
            <a:r>
              <a:rPr lang="en-IN" dirty="0"/>
              <a:t> If the old number is not present in the array, display an appropriate message.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F3CF3-A2AE-14CE-F257-5773A05E71A5}"/>
              </a:ext>
            </a:extLst>
          </p:cNvPr>
          <p:cNvSpPr txBox="1"/>
          <p:nvPr/>
        </p:nvSpPr>
        <p:spPr>
          <a:xfrm>
            <a:off x="5617633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E7B3C9-4957-AF69-F38C-922376117E56}"/>
              </a:ext>
            </a:extLst>
          </p:cNvPr>
          <p:cNvSpPr txBox="1"/>
          <p:nvPr/>
        </p:nvSpPr>
        <p:spPr>
          <a:xfrm>
            <a:off x="5782734" y="1431958"/>
            <a:ext cx="596353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1)</a:t>
            </a:r>
            <a:r>
              <a:rPr lang="en-IN" dirty="0"/>
              <a:t> Declare variables:</a:t>
            </a:r>
          </a:p>
          <a:p>
            <a:r>
              <a:rPr lang="en-IN" dirty="0"/>
              <a:t>int n, num1, num2, index = -1;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2)</a:t>
            </a:r>
            <a:r>
              <a:rPr lang="en-IN" dirty="0"/>
              <a:t> Take the old number and new number from the user.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r>
              <a:rPr lang="en-IN" b="1" dirty="0"/>
              <a:t>3)</a:t>
            </a:r>
            <a:r>
              <a:rPr lang="en-IN" dirty="0"/>
              <a:t> Traverse the array and search for the old number.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4)</a:t>
            </a:r>
            <a:r>
              <a:rPr lang="en-IN" dirty="0"/>
              <a:t> If the old number is found Replace it with the new number. </a:t>
            </a:r>
          </a:p>
          <a:p>
            <a:r>
              <a:rPr lang="en-IN" dirty="0"/>
              <a:t>Store its index. </a:t>
            </a:r>
          </a:p>
          <a:p>
            <a:r>
              <a:rPr lang="en-IN" dirty="0"/>
              <a:t>Exit the loop using break.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5)</a:t>
            </a:r>
            <a:r>
              <a:rPr lang="en-IN" dirty="0"/>
              <a:t> Check whether replacement was performed.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6)</a:t>
            </a:r>
            <a:r>
              <a:rPr lang="en-IN" dirty="0"/>
              <a:t> Display the index where replacement occurred.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7)</a:t>
            </a:r>
            <a:r>
              <a:rPr lang="en-IN" dirty="0"/>
              <a:t> Display the final modified array 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8)</a:t>
            </a:r>
            <a:r>
              <a:rPr lang="en-IN" dirty="0"/>
              <a:t> If the old number is not found display Number not found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301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Pradyuman U. Jadeja</a:t>
            </a:r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2400" b="1" dirty="0"/>
              <a:t>Data Structure</a:t>
            </a:r>
            <a:endParaRPr lang="en-US" sz="2400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Placeholder 7">
            <a:extLst>
              <a:ext uri="{FF2B5EF4-FFF2-40B4-BE49-F238E27FC236}">
                <a16:creationId xmlns:a16="http://schemas.microsoft.com/office/drawing/2014/main" id="{B5C1F48F-F81B-E855-0507-9B882B986D9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5180" y="5218798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105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3409</TotalTime>
  <Words>679</Words>
  <Application>Microsoft Office PowerPoint</Application>
  <PresentationFormat>Widescreen</PresentationFormat>
  <Paragraphs>140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Times New Roman</vt:lpstr>
      <vt:lpstr>Wingdings 3</vt:lpstr>
      <vt:lpstr>Open Sans</vt:lpstr>
      <vt:lpstr>Roboto Condensed Light</vt:lpstr>
      <vt:lpstr>Open Sans Semibold</vt:lpstr>
      <vt:lpstr>Wingdings</vt:lpstr>
      <vt:lpstr>Calibri</vt:lpstr>
      <vt:lpstr>Roboto Condensed</vt:lpstr>
      <vt:lpstr>Segoe UI Black</vt:lpstr>
      <vt:lpstr>Office Theme</vt:lpstr>
      <vt:lpstr>LAB – 3  ARRAY CONCEPTS </vt:lpstr>
      <vt:lpstr>Program - 16</vt:lpstr>
      <vt:lpstr>Program - 17</vt:lpstr>
      <vt:lpstr>Program - 18</vt:lpstr>
      <vt:lpstr>PROGRAM - 18</vt:lpstr>
      <vt:lpstr>PROGRAM – 19 </vt:lpstr>
      <vt:lpstr>PROGRAM – 20 </vt:lpstr>
      <vt:lpstr>PROGRAM - 21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Unit-1 (Part 1) Introduction to Data Structure</dc:title>
  <dc:creator>ADMIN</dc:creator>
  <cp:keywords>Unit-1 (Part 1) Introduction to Data Structure</cp:keywords>
  <cp:lastModifiedBy>computer@darshan.ac.in</cp:lastModifiedBy>
  <cp:revision>359</cp:revision>
  <dcterms:created xsi:type="dcterms:W3CDTF">2020-05-01T05:09:15Z</dcterms:created>
  <dcterms:modified xsi:type="dcterms:W3CDTF">2026-06-15T06:44:30Z</dcterms:modified>
  <cp:category>Unit-1 (Part 1) Introduction to Data Structure</cp:category>
</cp:coreProperties>
</file>