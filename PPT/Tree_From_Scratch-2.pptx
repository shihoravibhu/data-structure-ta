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3" r:id="rId2"/>
    <p:sldId id="435" r:id="rId3"/>
    <p:sldId id="423" r:id="rId4"/>
    <p:sldId id="452" r:id="rId5"/>
    <p:sldId id="454" r:id="rId6"/>
    <p:sldId id="455" r:id="rId7"/>
    <p:sldId id="458" r:id="rId8"/>
    <p:sldId id="456" r:id="rId9"/>
    <p:sldId id="457" r:id="rId10"/>
    <p:sldId id="459" r:id="rId29"/>
    <p:sldId id="460" r:id="rId30"/>
    <p:sldId id="461" r:id="rId31"/>
    <p:sldId id="462" r:id="rId32"/>
    <p:sldId id="463" r:id="rId33"/>
    <p:sldId id="464" r:id="rId34"/>
    <p:sldId id="366" r:id="rId11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5C0000"/>
    <a:srgbClr val="F54337"/>
    <a:srgbClr val="ED524F"/>
    <a:srgbClr val="B84742"/>
    <a:srgbClr val="2FA0AE"/>
    <a:srgbClr val="558ED5"/>
    <a:srgbClr val="1D3064"/>
    <a:srgbClr val="3366FF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3" autoAdjust="0"/>
    <p:restoredTop sz="96370" autoAdjust="0"/>
  </p:normalViewPr>
  <p:slideViewPr>
    <p:cSldViewPr snapToGrid="0">
      <p:cViewPr varScale="1">
        <p:scale>
          <a:sx n="86" d="100"/>
          <a:sy n="86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  <Relationship Id="rId29" Type="http://schemas.openxmlformats.org/officeDocument/2006/relationships/slide" Target="slides/slide11.xml"/>
  <Relationship Id="rId30" Type="http://schemas.openxmlformats.org/officeDocument/2006/relationships/slide" Target="slides/slide12.xml"/>
  <Relationship Id="rId31" Type="http://schemas.openxmlformats.org/officeDocument/2006/relationships/slide" Target="slides/slide13.xml"/>
  <Relationship Id="rId32" Type="http://schemas.openxmlformats.org/officeDocument/2006/relationships/slide" Target="slides/slide14.xml"/>
  <Relationship Id="rId33" Type="http://schemas.openxmlformats.org/officeDocument/2006/relationships/slide" Target="slides/slide15.xml"/>
  <Relationship Id="rId34" Type="http://schemas.openxmlformats.org/officeDocument/2006/relationships/slide" Target="slides/slide16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16-08-26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from Scratch(Part-3)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60144" cy="39982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TreeNode Structure With Level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61807" y="1851354"/>
            <a:ext cx="550823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data;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    </a:t>
            </a:r>
            <a:r>
              <a:rPr lang="en-GB" sz="2800" b="1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level;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    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76547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167730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data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10319976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2C3BD6-109E-E18B-F469-48B1D9BC00B2}"/>
              </a:ext>
            </a:extLst>
          </p:cNvPr>
          <p:cNvSpPr/>
          <p:nvPr/>
        </p:nvSpPr>
        <p:spPr>
          <a:xfrm>
            <a:off x="9243853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level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LEVEL OF TREENODE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[Set Level of Current Node]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IN" sz="1800" dirty="0">
                <a:latin typeface="Consolas" panose="020B0609020204030204" pitchFamily="49" charset="0"/>
              </a:rPr>
              <a:t>(root) ←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</a:p>
          <a:p>
            <a:pPr marL="0" indent="0">
              <a:buNone/>
            </a:pPr>
            <a:endParaRPr lang="en-IN" sz="18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[Set Level of Left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count + 1)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Right Pointer]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count + 1)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[Finished]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void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 *root, int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(root ==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	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	root-&gt;</a:t>
            </a:r>
            <a:r>
              <a:rPr lang="en-IN" sz="1800" dirty="0">
                <a:solidFill>
                  <a:schemeClr val="accent2"/>
                </a:solidFill>
                <a:latin typeface="Consolas" panose="020B0609020204030204" pitchFamily="49" charset="0"/>
              </a:rPr>
              <a:t>level</a:t>
            </a:r>
            <a:r>
              <a:rPr lang="en-IN" sz="1800" dirty="0">
                <a:latin typeface="Consolas" panose="020B0609020204030204" pitchFamily="49" charset="0"/>
              </a:rPr>
              <a:t> = count;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 + 1);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set_level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count</a:t>
            </a:r>
            <a:r>
              <a:rPr lang="en-IN" sz="1800" dirty="0">
                <a:latin typeface="Consolas" panose="020B0609020204030204" pitchFamily="49" charset="0"/>
              </a:rPr>
              <a:t> + 1);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	return</a:t>
            </a:r>
            <a:r>
              <a:rPr lang="en-IN" sz="1800" dirty="0">
                <a:latin typeface="Consolas" panose="020B0609020204030204" pitchFamily="49" charset="0"/>
              </a:rPr>
              <a:t>;	}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61365" y="1712259"/>
            <a:ext cx="11779623" cy="75221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221282" y="2789668"/>
            <a:ext cx="11779623" cy="75221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131181" y="3765179"/>
            <a:ext cx="11779623" cy="99350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DD1F81-4FED-A8FE-3ECE-41A1CC7BAC07}"/>
              </a:ext>
            </a:extLst>
          </p:cNvPr>
          <p:cNvSpPr/>
          <p:nvPr/>
        </p:nvSpPr>
        <p:spPr>
          <a:xfrm>
            <a:off x="131180" y="4923626"/>
            <a:ext cx="11779623" cy="8406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7B9E1-4B94-A44D-4D5E-E4CFC53D65C6}"/>
              </a:ext>
            </a:extLst>
          </p:cNvPr>
          <p:cNvSpPr/>
          <p:nvPr/>
        </p:nvSpPr>
        <p:spPr>
          <a:xfrm>
            <a:off x="134471" y="5899959"/>
            <a:ext cx="11779623" cy="55820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93A8-7D01-45C4-DDE7-B3648EDD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LEVEL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90D174-A33C-92F2-3827-44C0088D5FA6}"/>
              </a:ext>
            </a:extLst>
          </p:cNvPr>
          <p:cNvGrpSpPr/>
          <p:nvPr/>
        </p:nvGrpSpPr>
        <p:grpSpPr>
          <a:xfrm>
            <a:off x="4927927" y="724764"/>
            <a:ext cx="147350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D42D75-4A28-2322-A50E-EF92C2A3C64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&lt;- 0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4055205-2B5B-2738-CE79-07E3A2F3996A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07DCCD-1B3F-0085-B667-71CB0B31FC1E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D761C8-9BFE-C593-0671-AB4383BFD600}"/>
              </a:ext>
            </a:extLst>
          </p:cNvPr>
          <p:cNvGrpSpPr/>
          <p:nvPr/>
        </p:nvGrpSpPr>
        <p:grpSpPr>
          <a:xfrm>
            <a:off x="3096100" y="2261426"/>
            <a:ext cx="1511877" cy="1198455"/>
            <a:chOff x="4941651" y="908251"/>
            <a:chExt cx="1511877" cy="119845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1B3C50-D7AF-8C6B-0AE6-174FBFB671CA}"/>
                </a:ext>
              </a:extLst>
            </p:cNvPr>
            <p:cNvSpPr/>
            <p:nvPr/>
          </p:nvSpPr>
          <p:spPr>
            <a:xfrm>
              <a:off x="4980025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&lt;- 1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F56894-B47A-99B4-938B-595F5A7BFBE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F080D93-2529-944F-2364-BE7C93BA08DF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3194FC-C2C9-6C88-F74F-774AC02B42D0}"/>
              </a:ext>
            </a:extLst>
          </p:cNvPr>
          <p:cNvGrpSpPr/>
          <p:nvPr/>
        </p:nvGrpSpPr>
        <p:grpSpPr>
          <a:xfrm>
            <a:off x="8703926" y="2446093"/>
            <a:ext cx="1473503" cy="1198455"/>
            <a:chOff x="4941651" y="908251"/>
            <a:chExt cx="1473503" cy="119845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7B2D113-3419-0BA7-A364-82A5D04E4567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&lt;- 1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E3FA9DB-0368-0105-C045-C00CF1DEC2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49C9A0-90B3-5B12-0F44-D883FA47546D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77F1A9-7919-6DBD-4714-668D99763FE7}"/>
              </a:ext>
            </a:extLst>
          </p:cNvPr>
          <p:cNvGrpSpPr/>
          <p:nvPr/>
        </p:nvGrpSpPr>
        <p:grpSpPr>
          <a:xfrm>
            <a:off x="1471754" y="3997345"/>
            <a:ext cx="1473503" cy="1198455"/>
            <a:chOff x="4941651" y="908251"/>
            <a:chExt cx="1473503" cy="119845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ADFF69F-2F25-B61E-904B-878D948887B4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&lt;- 2 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C9D80C8-1B7A-E9C4-76B6-1B784106162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D07923-926C-7612-3480-F7773AE91BF6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E95D63D-F59D-88B8-69E0-0DBF9C8A9059}"/>
              </a:ext>
            </a:extLst>
          </p:cNvPr>
          <p:cNvGrpSpPr/>
          <p:nvPr/>
        </p:nvGrpSpPr>
        <p:grpSpPr>
          <a:xfrm>
            <a:off x="5864673" y="4010651"/>
            <a:ext cx="1473503" cy="1198455"/>
            <a:chOff x="4941651" y="908251"/>
            <a:chExt cx="1473503" cy="119845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1959D53-1F96-9D56-5013-4FCA18076B34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Set &lt;- 2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data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21315D0-D93A-6CB8-B742-EA2BC8407CE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DD7B6AC-AA79-D618-2EA9-58392A606C3A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4A76D1F-60D8-91DD-3FEC-126D0FAB3B5E}"/>
              </a:ext>
            </a:extLst>
          </p:cNvPr>
          <p:cNvCxnSpPr>
            <a:cxnSpLocks/>
            <a:endCxn id="37" idx="0"/>
          </p:cNvCxnSpPr>
          <p:nvPr/>
        </p:nvCxnSpPr>
        <p:spPr>
          <a:xfrm rot="10800000" flipV="1">
            <a:off x="3246944" y="1568863"/>
            <a:ext cx="1696815" cy="69256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08A3E23-06EA-59C3-707C-5FC0DD457CDB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5500287" y="1786660"/>
            <a:ext cx="3940391" cy="65943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E843107-8919-FDE9-F386-C8E679F93C30}"/>
              </a:ext>
            </a:extLst>
          </p:cNvPr>
          <p:cNvCxnSpPr>
            <a:cxnSpLocks/>
            <a:endCxn id="51" idx="0"/>
          </p:cNvCxnSpPr>
          <p:nvPr/>
        </p:nvCxnSpPr>
        <p:spPr>
          <a:xfrm rot="10800000" flipV="1">
            <a:off x="2208506" y="3115057"/>
            <a:ext cx="957398" cy="88228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CA0CC30C-B5B6-0A6F-3EAA-96C929DCDA5A}"/>
              </a:ext>
            </a:extLst>
          </p:cNvPr>
          <p:cNvCxnSpPr>
            <a:cxnSpLocks/>
            <a:endCxn id="118" idx="0"/>
          </p:cNvCxnSpPr>
          <p:nvPr/>
        </p:nvCxnSpPr>
        <p:spPr>
          <a:xfrm rot="10800000" flipV="1">
            <a:off x="885846" y="4838718"/>
            <a:ext cx="644998" cy="5446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A76B5646-D94E-4083-6099-5A8589E6E6B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600969" y="3315933"/>
            <a:ext cx="3000456" cy="694718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BD024E7-A82D-AD0A-F130-D63E3CF0D71A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1954312" y="5054282"/>
            <a:ext cx="1282685" cy="3071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C70E508-1270-04D5-24EF-49CE9ABEC687}"/>
              </a:ext>
            </a:extLst>
          </p:cNvPr>
          <p:cNvSpPr txBox="1"/>
          <p:nvPr/>
        </p:nvSpPr>
        <p:spPr>
          <a:xfrm>
            <a:off x="3464626" y="1252698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count=1</a:t>
            </a:r>
            <a:endParaRPr lang="en-IN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552EB0-BF7D-9691-986B-4E5ED3F4129E}"/>
              </a:ext>
            </a:extLst>
          </p:cNvPr>
          <p:cNvSpPr txBox="1"/>
          <p:nvPr/>
        </p:nvSpPr>
        <p:spPr>
          <a:xfrm>
            <a:off x="6459020" y="1402334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count=1</a:t>
            </a:r>
            <a:endParaRPr lang="en-IN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3432A8-7B5C-4021-3AFC-81DB98660CE8}"/>
              </a:ext>
            </a:extLst>
          </p:cNvPr>
          <p:cNvSpPr txBox="1"/>
          <p:nvPr/>
        </p:nvSpPr>
        <p:spPr>
          <a:xfrm>
            <a:off x="2218966" y="278989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E58EFD4-EA9C-C353-1161-C4746E1272CE}"/>
              </a:ext>
            </a:extLst>
          </p:cNvPr>
          <p:cNvSpPr txBox="1"/>
          <p:nvPr/>
        </p:nvSpPr>
        <p:spPr>
          <a:xfrm>
            <a:off x="4568181" y="2964440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A9F379-E060-AB3F-1194-A2DB8F8B79F2}"/>
              </a:ext>
            </a:extLst>
          </p:cNvPr>
          <p:cNvSpPr txBox="1"/>
          <p:nvPr/>
        </p:nvSpPr>
        <p:spPr>
          <a:xfrm>
            <a:off x="506098" y="4467667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9CD71B-0282-8C48-938C-C1A438B50998}"/>
              </a:ext>
            </a:extLst>
          </p:cNvPr>
          <p:cNvSpPr txBox="1"/>
          <p:nvPr/>
        </p:nvSpPr>
        <p:spPr>
          <a:xfrm>
            <a:off x="2916076" y="4709453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FB464A9-D1E4-DD30-77D5-4247AEFFAA13}"/>
              </a:ext>
            </a:extLst>
          </p:cNvPr>
          <p:cNvGrpSpPr/>
          <p:nvPr/>
        </p:nvGrpSpPr>
        <p:grpSpPr>
          <a:xfrm>
            <a:off x="7802421" y="3900123"/>
            <a:ext cx="1473503" cy="694716"/>
            <a:chOff x="4941651" y="908251"/>
            <a:chExt cx="1473503" cy="77429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FA163AC-BB91-283A-2B57-2DFF7574CE92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A234965-4793-7F14-5556-8494F8416EBB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B174312-1183-0AB0-AFCE-2A4E4F6C045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E83DD30-8F0F-EC41-31FB-CF9F984F24B8}"/>
              </a:ext>
            </a:extLst>
          </p:cNvPr>
          <p:cNvGrpSpPr/>
          <p:nvPr/>
        </p:nvGrpSpPr>
        <p:grpSpPr>
          <a:xfrm>
            <a:off x="9983494" y="3900123"/>
            <a:ext cx="1473503" cy="694716"/>
            <a:chOff x="4941651" y="908251"/>
            <a:chExt cx="1473503" cy="77429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2A78AD1-DE66-1069-D7CB-4966ED13F5A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8372153-EE71-429B-DB19-58E6B92CF5E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7317A8A-DD7E-111D-17F2-F32E6A6300C2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4D073EF-CE52-EFF6-70A4-8D714CA1EAD3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FCCDCA3-12C5-CB84-5330-8C88A8A5AFFF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1B50903-A46A-EC1D-D727-3E013D04EE92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21DE4C9-AD11-C71A-368F-1E35FE7056C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0E15017-50F3-DDDF-C6A4-91972D73FA2B}"/>
              </a:ext>
            </a:extLst>
          </p:cNvPr>
          <p:cNvGrpSpPr/>
          <p:nvPr/>
        </p:nvGrpSpPr>
        <p:grpSpPr>
          <a:xfrm>
            <a:off x="2500245" y="5361401"/>
            <a:ext cx="1473503" cy="694716"/>
            <a:chOff x="4941651" y="908251"/>
            <a:chExt cx="1473503" cy="77429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57A89CA-920F-7CC3-07B6-015CCD6E9F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FDD2FF2-5E60-B24C-257E-D99AF6AE0C2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B87356C-2554-77B6-C7DC-231B3E02FC0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0587AB8-156C-0319-63AE-FB834E555677}"/>
              </a:ext>
            </a:extLst>
          </p:cNvPr>
          <p:cNvGrpSpPr/>
          <p:nvPr/>
        </p:nvGrpSpPr>
        <p:grpSpPr>
          <a:xfrm>
            <a:off x="4971130" y="5478054"/>
            <a:ext cx="1473503" cy="694716"/>
            <a:chOff x="4941651" y="908251"/>
            <a:chExt cx="1473503" cy="77429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0ABFD5A-BA31-599E-ED38-90821DB3178E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FE00FE3-69A0-A135-522E-6FA85A804A1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A4DB168-6EF5-A3DD-872F-B19AA93DFEEE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BD1F1D7-058D-7CAB-DFC5-8BCA0F81DD30}"/>
              </a:ext>
            </a:extLst>
          </p:cNvPr>
          <p:cNvGrpSpPr/>
          <p:nvPr/>
        </p:nvGrpSpPr>
        <p:grpSpPr>
          <a:xfrm>
            <a:off x="7263921" y="5441702"/>
            <a:ext cx="1473503" cy="694716"/>
            <a:chOff x="4941651" y="908251"/>
            <a:chExt cx="1473503" cy="77429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719DD5C-1C5B-5E4E-F738-6C2A70325FDE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E456613-4AE4-E45C-1E9D-EEB61E511E46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AD3CE95-CE67-7E8F-7D0E-4BBC0AAB902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550499BE-44C0-DAFF-B811-6D341E153E02}"/>
              </a:ext>
            </a:extLst>
          </p:cNvPr>
          <p:cNvCxnSpPr>
            <a:cxnSpLocks/>
            <a:endCxn id="128" idx="0"/>
          </p:cNvCxnSpPr>
          <p:nvPr/>
        </p:nvCxnSpPr>
        <p:spPr>
          <a:xfrm rot="10800000" flipV="1">
            <a:off x="5310327" y="4877685"/>
            <a:ext cx="631009" cy="60036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30924E3E-1A27-B4E7-19D2-33E5DD8681AD}"/>
              </a:ext>
            </a:extLst>
          </p:cNvPr>
          <p:cNvCxnSpPr>
            <a:cxnSpLocks/>
            <a:endCxn id="132" idx="0"/>
          </p:cNvCxnSpPr>
          <p:nvPr/>
        </p:nvCxnSpPr>
        <p:spPr>
          <a:xfrm>
            <a:off x="6352179" y="5065158"/>
            <a:ext cx="1250938" cy="376545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1F40AF67-1488-AE0E-9CAD-5AFF4AE35959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9175226" y="3480127"/>
            <a:ext cx="1147464" cy="41999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03781C17-60F0-BF7F-F433-9F6F22CBDA6F}"/>
              </a:ext>
            </a:extLst>
          </p:cNvPr>
          <p:cNvCxnSpPr>
            <a:cxnSpLocks/>
            <a:endCxn id="105" idx="0"/>
          </p:cNvCxnSpPr>
          <p:nvPr/>
        </p:nvCxnSpPr>
        <p:spPr>
          <a:xfrm rot="10800000" flipV="1">
            <a:off x="8141618" y="3292952"/>
            <a:ext cx="631011" cy="60717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1582529C-AD02-9E30-F3AC-ED26D62FE631}"/>
              </a:ext>
            </a:extLst>
          </p:cNvPr>
          <p:cNvSpPr txBox="1"/>
          <p:nvPr/>
        </p:nvSpPr>
        <p:spPr>
          <a:xfrm>
            <a:off x="4795938" y="4494727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A8BC434-4FCC-C3B5-C8D9-BDAB541CB417}"/>
              </a:ext>
            </a:extLst>
          </p:cNvPr>
          <p:cNvSpPr txBox="1"/>
          <p:nvPr/>
        </p:nvSpPr>
        <p:spPr>
          <a:xfrm>
            <a:off x="7264584" y="4738974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count=3</a:t>
            </a:r>
            <a:endParaRPr lang="en-IN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3ECDFA-EE24-AECF-24B6-B75685C1F015}"/>
              </a:ext>
            </a:extLst>
          </p:cNvPr>
          <p:cNvSpPr txBox="1"/>
          <p:nvPr/>
        </p:nvSpPr>
        <p:spPr>
          <a:xfrm>
            <a:off x="7732822" y="2974561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19C8E96-2780-38D5-19EE-8FA6D95609D3}"/>
              </a:ext>
            </a:extLst>
          </p:cNvPr>
          <p:cNvSpPr txBox="1"/>
          <p:nvPr/>
        </p:nvSpPr>
        <p:spPr>
          <a:xfrm>
            <a:off x="10110928" y="3131267"/>
            <a:ext cx="93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count=2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676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  <p:bldP spid="144" grpId="0"/>
      <p:bldP spid="145" grpId="0"/>
      <p:bldP spid="146" grpId="0"/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4235-D79A-B7E1-B580-9B182B6C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D4E0-6BE4-8CBA-4916-AB728D1B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DB2E-20BD-4C22-9740-89140E2A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 </a:t>
            </a:r>
            <a:r>
              <a:rPr lang="en-IN" sz="1800" dirty="0">
                <a:latin typeface="Consolas" panose="020B0609020204030204" pitchFamily="49" charset="0"/>
              </a:rPr>
              <a:t>-1</a:t>
            </a: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data(root) = data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←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≠ -1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</a:p>
          <a:p>
            <a:pPr marL="0" indent="0">
              <a:buNone/>
            </a:pPr>
            <a:endParaRPr lang="en-IN" sz="17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EEDC4B-EE12-E3A9-A5DC-232E934CB4FB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1800" dirty="0">
                <a:latin typeface="Consolas" panose="020B0609020204030204" pitchFamily="49" charset="0"/>
              </a:rPr>
              <a:t> *root, int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 ==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GB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if</a:t>
            </a:r>
            <a:r>
              <a:rPr lang="en-GB" sz="1800" dirty="0">
                <a:latin typeface="Consolas" panose="020B0609020204030204" pitchFamily="49" charset="0"/>
              </a:rPr>
              <a:t> (root-&gt;data ==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root-&gt;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 != -1)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4595D-6F0D-9EF1-491D-5FD64678590D}"/>
              </a:ext>
            </a:extLst>
          </p:cNvPr>
          <p:cNvSpPr/>
          <p:nvPr/>
        </p:nvSpPr>
        <p:spPr>
          <a:xfrm>
            <a:off x="206186" y="2022810"/>
            <a:ext cx="11779623" cy="107001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352FB-8E85-3A16-833C-93ACF2A7461E}"/>
              </a:ext>
            </a:extLst>
          </p:cNvPr>
          <p:cNvSpPr/>
          <p:nvPr/>
        </p:nvSpPr>
        <p:spPr>
          <a:xfrm>
            <a:off x="131181" y="3429000"/>
            <a:ext cx="11779623" cy="13296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2B7592-95E5-6CC5-EC0C-310EA2AB0DB6}"/>
              </a:ext>
            </a:extLst>
          </p:cNvPr>
          <p:cNvSpPr/>
          <p:nvPr/>
        </p:nvSpPr>
        <p:spPr>
          <a:xfrm>
            <a:off x="131182" y="4922447"/>
            <a:ext cx="11899454" cy="149628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23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1C82-3A38-84CB-93DC-46BE77A9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896A-FDEB-263D-0E81-31343D3C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BINARY TREE(Continued)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995-946F-FFFF-C2D4-DF21E0AAD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←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≠ -1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[Data Not Found]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latin typeface="Consolas" panose="020B0609020204030204" pitchFamily="49" charset="0"/>
              </a:rPr>
              <a:t>-1</a:t>
            </a:r>
          </a:p>
          <a:p>
            <a:pPr marL="0" indent="0">
              <a:buNone/>
            </a:pPr>
            <a:endParaRPr lang="en-IN" sz="17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91E3E3-60C5-DA91-D603-BA3D400D7C17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=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 != -1)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GB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}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CBD3E-90BF-3217-00C2-94B95ED841C8}"/>
              </a:ext>
            </a:extLst>
          </p:cNvPr>
          <p:cNvSpPr/>
          <p:nvPr/>
        </p:nvSpPr>
        <p:spPr>
          <a:xfrm>
            <a:off x="161365" y="2043953"/>
            <a:ext cx="11779623" cy="176604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EDD26-62B1-E6AD-06F2-34242925B188}"/>
              </a:ext>
            </a:extLst>
          </p:cNvPr>
          <p:cNvSpPr/>
          <p:nvPr/>
        </p:nvSpPr>
        <p:spPr>
          <a:xfrm>
            <a:off x="161365" y="4916994"/>
            <a:ext cx="11779623" cy="75221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72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1868-43FF-EA51-464D-E98B8797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2F13-802E-6064-DF55-80354B06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LEVEL IN BINARY TREE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1F0627-5AAB-9774-01BB-0B1551260E42}"/>
              </a:ext>
            </a:extLst>
          </p:cNvPr>
          <p:cNvGrpSpPr/>
          <p:nvPr/>
        </p:nvGrpSpPr>
        <p:grpSpPr>
          <a:xfrm>
            <a:off x="5073708" y="853608"/>
            <a:ext cx="204458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A406D7-5DB8-A123-7E81-3DDAB34093CA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1==7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34AD72-A557-F49E-2F31-68960C3D1A9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C371A3-1D84-084C-0912-94A07B0EA360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B5577-DF78-A9F7-5456-1F67788F4434}"/>
              </a:ext>
            </a:extLst>
          </p:cNvPr>
          <p:cNvGrpSpPr/>
          <p:nvPr/>
        </p:nvGrpSpPr>
        <p:grpSpPr>
          <a:xfrm>
            <a:off x="3029125" y="2335124"/>
            <a:ext cx="2044583" cy="1198455"/>
            <a:chOff x="4941651" y="908251"/>
            <a:chExt cx="1473503" cy="11984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A1CD05-2B39-C8CC-5D2D-AAD73069587E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2==7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1EBE5E-06D0-E38F-C2A9-594AA266CD2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E3A5F-EE62-7D5B-2C75-191E9EFEA2A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1C9D0C-11A7-DC8A-B0BA-A21A1F698A6C}"/>
              </a:ext>
            </a:extLst>
          </p:cNvPr>
          <p:cNvGrpSpPr/>
          <p:nvPr/>
        </p:nvGrpSpPr>
        <p:grpSpPr>
          <a:xfrm>
            <a:off x="8408334" y="2274069"/>
            <a:ext cx="2044583" cy="1198455"/>
            <a:chOff x="4941651" y="908251"/>
            <a:chExt cx="1473503" cy="11984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6EAC23-6EC4-A21C-9DDA-3CD717FA67C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3==7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6F41F3-5F03-B276-BB1E-647C2FFCF243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6C5F-8722-0EDB-BE03-A68B0326F3A0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23C320-0812-F72B-F7D0-2E207CCC4DB9}"/>
              </a:ext>
            </a:extLst>
          </p:cNvPr>
          <p:cNvGrpSpPr/>
          <p:nvPr/>
        </p:nvGrpSpPr>
        <p:grpSpPr>
          <a:xfrm>
            <a:off x="1100368" y="3757894"/>
            <a:ext cx="2044583" cy="1198455"/>
            <a:chOff x="4941651" y="908251"/>
            <a:chExt cx="1473503" cy="11984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BFC136-5EC8-9D16-9460-5B844F0F9E55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4==7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138F25-007F-F6BA-5097-4BA168D2AE84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039E9F-6A41-432C-DEE3-DCC37A06C7AD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40D2F7-37F5-8067-0152-058B8E95E4FF}"/>
              </a:ext>
            </a:extLst>
          </p:cNvPr>
          <p:cNvGrpSpPr/>
          <p:nvPr/>
        </p:nvGrpSpPr>
        <p:grpSpPr>
          <a:xfrm>
            <a:off x="5058985" y="3791528"/>
            <a:ext cx="2044583" cy="1198455"/>
            <a:chOff x="4941651" y="908251"/>
            <a:chExt cx="1473503" cy="1198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7CE650-92F4-A59E-B08A-3143C2CDA059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5==7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86A06AF-C4F3-DD99-E86C-16B666F31BF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6168AD-44BD-17D1-1197-203C7650AAF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7B68D9-B56D-EDC2-AE48-58E26419C678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3B8584-AB00-0A44-7D5D-8A8B13BDDB2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1D376D-ECA5-6913-D4A7-E5C5389126D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F36FCB-8EA5-36AF-3BF1-4A946E6B96A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5B1691-7460-835F-D4C5-276E4F6249A4}"/>
              </a:ext>
            </a:extLst>
          </p:cNvPr>
          <p:cNvGrpSpPr/>
          <p:nvPr/>
        </p:nvGrpSpPr>
        <p:grpSpPr>
          <a:xfrm>
            <a:off x="2408200" y="5367391"/>
            <a:ext cx="1473503" cy="694716"/>
            <a:chOff x="4941651" y="908251"/>
            <a:chExt cx="1473503" cy="77429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43AC82-7FD8-7063-930D-527743B1D37C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05B0CE-607F-072C-CB4B-346709DD421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2A95E3-F40B-52CC-67D3-EA2CCBF3933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5D055D-C277-4716-9739-F8C51FEF25AC}"/>
              </a:ext>
            </a:extLst>
          </p:cNvPr>
          <p:cNvGrpSpPr/>
          <p:nvPr/>
        </p:nvGrpSpPr>
        <p:grpSpPr>
          <a:xfrm>
            <a:off x="4051416" y="5351410"/>
            <a:ext cx="1473503" cy="694716"/>
            <a:chOff x="4941651" y="908251"/>
            <a:chExt cx="1473503" cy="7742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A55997-D710-7A28-294E-A6BF9DD0D596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070576-822D-9D84-3820-8AE7415647F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F83313-A31F-EB42-2DC2-813120D1EBB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70367F-E5C8-90A5-C5C7-353CC42E42FA}"/>
              </a:ext>
            </a:extLst>
          </p:cNvPr>
          <p:cNvGrpSpPr/>
          <p:nvPr/>
        </p:nvGrpSpPr>
        <p:grpSpPr>
          <a:xfrm>
            <a:off x="6836796" y="5351410"/>
            <a:ext cx="1473503" cy="694716"/>
            <a:chOff x="4941651" y="908251"/>
            <a:chExt cx="1473503" cy="77429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586127E-16D4-5919-3C90-9B560B039227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D45FC7-B170-FC90-8429-225E5180AD2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81E8BF-9D41-7647-1F51-92D89C2C0A2D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0F3123-96C0-C2BF-1BE5-D476CBEBF564}"/>
              </a:ext>
            </a:extLst>
          </p:cNvPr>
          <p:cNvGrpSpPr/>
          <p:nvPr/>
        </p:nvGrpSpPr>
        <p:grpSpPr>
          <a:xfrm>
            <a:off x="7410506" y="3883566"/>
            <a:ext cx="1473503" cy="694716"/>
            <a:chOff x="4941651" y="908251"/>
            <a:chExt cx="1473503" cy="77429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29E7C3-A939-3A7B-94B1-D6525525F7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CA783D-8EFE-0D10-EB92-414E583AD0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EB479A4-0EBA-81B6-9ABF-0743D88A6A69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6E545A-E5D0-84AE-6C6C-D738AD754B3B}"/>
              </a:ext>
            </a:extLst>
          </p:cNvPr>
          <p:cNvGrpSpPr/>
          <p:nvPr/>
        </p:nvGrpSpPr>
        <p:grpSpPr>
          <a:xfrm>
            <a:off x="10100467" y="3807483"/>
            <a:ext cx="1473503" cy="694716"/>
            <a:chOff x="4941651" y="908251"/>
            <a:chExt cx="1473503" cy="77429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772FED-ABD8-4914-B895-8BBCD3C7285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F003190-F0CA-B294-01CE-783F85703687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9B2396-96E1-FD7E-8B13-E6576FC8469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0AE4225-1816-1C90-2EEF-6A5DC0105205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4228876" y="1373433"/>
            <a:ext cx="784233" cy="113915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B7BBC3C-44B6-EB4E-54B2-A39F94B75199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2271302" y="2913690"/>
            <a:ext cx="695562" cy="99284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0C421C7-B8C0-97C6-FBBB-4C408598C44C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58543" y="4540646"/>
            <a:ext cx="972474" cy="712980"/>
          </a:xfrm>
          <a:prstGeom prst="bentConnector3">
            <a:avLst>
              <a:gd name="adj1" fmla="val 9978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C2F1807-0B86-4076-BAAF-42D18460CBBD}"/>
              </a:ext>
            </a:extLst>
          </p:cNvPr>
          <p:cNvCxnSpPr>
            <a:cxnSpLocks/>
            <a:stCxn id="47" idx="0"/>
          </p:cNvCxnSpPr>
          <p:nvPr/>
        </p:nvCxnSpPr>
        <p:spPr>
          <a:xfrm rot="5400000" flipH="1" flipV="1">
            <a:off x="4361683" y="4531130"/>
            <a:ext cx="849210" cy="791352"/>
          </a:xfrm>
          <a:prstGeom prst="bentConnector3">
            <a:avLst>
              <a:gd name="adj1" fmla="val 10067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F198B7C-23BA-004F-09B3-6652263D9744}"/>
              </a:ext>
            </a:extLst>
          </p:cNvPr>
          <p:cNvCxnSpPr>
            <a:cxnSpLocks/>
            <a:stCxn id="65" idx="0"/>
          </p:cNvCxnSpPr>
          <p:nvPr/>
        </p:nvCxnSpPr>
        <p:spPr>
          <a:xfrm rot="5400000" flipH="1" flipV="1">
            <a:off x="7696825" y="3088808"/>
            <a:ext cx="847636" cy="741882"/>
          </a:xfrm>
          <a:prstGeom prst="bentConnector3">
            <a:avLst>
              <a:gd name="adj1" fmla="val 10076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4E9F0ED-406A-9D21-B856-54B3B92E5D0B}"/>
              </a:ext>
            </a:extLst>
          </p:cNvPr>
          <p:cNvCxnSpPr>
            <a:cxnSpLocks/>
            <a:stCxn id="68" idx="0"/>
          </p:cNvCxnSpPr>
          <p:nvPr/>
        </p:nvCxnSpPr>
        <p:spPr>
          <a:xfrm rot="16200000" flipV="1">
            <a:off x="9551743" y="2522007"/>
            <a:ext cx="617742" cy="195321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B10ECDC-EB04-B164-AEE2-851FB12B6261}"/>
              </a:ext>
            </a:extLst>
          </p:cNvPr>
          <p:cNvCxnSpPr>
            <a:cxnSpLocks/>
            <a:stCxn id="59" idx="0"/>
          </p:cNvCxnSpPr>
          <p:nvPr/>
        </p:nvCxnSpPr>
        <p:spPr>
          <a:xfrm rot="16200000" flipV="1">
            <a:off x="6263330" y="4041191"/>
            <a:ext cx="656619" cy="19638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B4F0FED-2B6D-D67B-30E4-48D368A46DEE}"/>
              </a:ext>
            </a:extLst>
          </p:cNvPr>
          <p:cNvCxnSpPr>
            <a:cxnSpLocks/>
          </p:cNvCxnSpPr>
          <p:nvPr/>
        </p:nvCxnSpPr>
        <p:spPr>
          <a:xfrm rot="10800000">
            <a:off x="1527795" y="4694790"/>
            <a:ext cx="2215096" cy="688584"/>
          </a:xfrm>
          <a:prstGeom prst="bentConnector3">
            <a:avLst>
              <a:gd name="adj1" fmla="val 62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2774798-7F6F-6FB7-E78E-51947D2E3807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V="1">
            <a:off x="4499763" y="2210014"/>
            <a:ext cx="536455" cy="26265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2D907547-E579-6ABA-3D01-84BB25EB59AA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236035" y="79477"/>
            <a:ext cx="509730" cy="38794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C30460E-E1B2-42BD-05E4-9D37624EDA7C}"/>
              </a:ext>
            </a:extLst>
          </p:cNvPr>
          <p:cNvSpPr txBox="1"/>
          <p:nvPr/>
        </p:nvSpPr>
        <p:spPr>
          <a:xfrm>
            <a:off x="8299063" y="139283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3356ED-E723-4FC9-CCB4-6E05082E1050}"/>
              </a:ext>
            </a:extLst>
          </p:cNvPr>
          <p:cNvSpPr txBox="1"/>
          <p:nvPr/>
        </p:nvSpPr>
        <p:spPr>
          <a:xfrm>
            <a:off x="7725594" y="26930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B3E916-21E6-1EC4-6A15-517FDA2E9304}"/>
              </a:ext>
            </a:extLst>
          </p:cNvPr>
          <p:cNvSpPr txBox="1"/>
          <p:nvPr/>
        </p:nvSpPr>
        <p:spPr>
          <a:xfrm>
            <a:off x="2281964" y="27522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29987C4-1B7F-B068-A6F3-C03B955221FB}"/>
              </a:ext>
            </a:extLst>
          </p:cNvPr>
          <p:cNvSpPr txBox="1"/>
          <p:nvPr/>
        </p:nvSpPr>
        <p:spPr>
          <a:xfrm>
            <a:off x="3268820" y="435712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88EAF39-39C5-B4F5-ABEA-588FDC0B2D4C}"/>
              </a:ext>
            </a:extLst>
          </p:cNvPr>
          <p:cNvSpPr txBox="1"/>
          <p:nvPr/>
        </p:nvSpPr>
        <p:spPr>
          <a:xfrm>
            <a:off x="482906" y="405781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56485B-0C90-5151-C882-64946985653C}"/>
              </a:ext>
            </a:extLst>
          </p:cNvPr>
          <p:cNvSpPr txBox="1"/>
          <p:nvPr/>
        </p:nvSpPr>
        <p:spPr>
          <a:xfrm>
            <a:off x="7049765" y="43641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9787A50-9FBC-1867-5887-41602BF0CAEC}"/>
              </a:ext>
            </a:extLst>
          </p:cNvPr>
          <p:cNvSpPr txBox="1"/>
          <p:nvPr/>
        </p:nvSpPr>
        <p:spPr>
          <a:xfrm>
            <a:off x="4428471" y="408602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E077271-1448-48A2-9686-EBA487A5624B}"/>
              </a:ext>
            </a:extLst>
          </p:cNvPr>
          <p:cNvSpPr txBox="1"/>
          <p:nvPr/>
        </p:nvSpPr>
        <p:spPr>
          <a:xfrm>
            <a:off x="5129724" y="2883849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02B1572-F6B2-871B-C9B8-FF73BC7013B9}"/>
              </a:ext>
            </a:extLst>
          </p:cNvPr>
          <p:cNvSpPr txBox="1"/>
          <p:nvPr/>
        </p:nvSpPr>
        <p:spPr>
          <a:xfrm>
            <a:off x="4366504" y="12081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B4D919C-8077-30F1-0BCB-4FB2EA896D31}"/>
              </a:ext>
            </a:extLst>
          </p:cNvPr>
          <p:cNvSpPr txBox="1"/>
          <p:nvPr/>
        </p:nvSpPr>
        <p:spPr>
          <a:xfrm>
            <a:off x="10439662" y="281313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-1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497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2573-DD2A-D403-A08F-0F447E89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F6DB-B0EC-F5D2-6369-1E4238A9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2FCA-32CC-D4FA-50AB-888D592D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root =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</a:t>
            </a: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data(root) = data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(root)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90EC6-0BEA-5AE6-CE23-57595748BA6A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1800" dirty="0">
                <a:latin typeface="Consolas" panose="020B0609020204030204" pitchFamily="49" charset="0"/>
              </a:rPr>
              <a:t> *root, int data){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 ==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GB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-1;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(root-&gt;data == 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root-&gt;</a:t>
            </a:r>
            <a:r>
              <a:rPr lang="en-GB" sz="1800" dirty="0">
                <a:solidFill>
                  <a:srgbClr val="00B0F0"/>
                </a:solidFill>
                <a:latin typeface="Consolas" panose="020B0609020204030204" pitchFamily="49" charset="0"/>
              </a:rPr>
              <a:t>level</a:t>
            </a:r>
            <a:r>
              <a:rPr lang="en-GB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A6DF5-FF76-1490-F724-7DE6E04D8A1C}"/>
              </a:ext>
            </a:extLst>
          </p:cNvPr>
          <p:cNvSpPr/>
          <p:nvPr/>
        </p:nvSpPr>
        <p:spPr>
          <a:xfrm>
            <a:off x="161365" y="2043954"/>
            <a:ext cx="11779623" cy="103990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B2B52-B994-E2ED-9E96-B31794478C3B}"/>
              </a:ext>
            </a:extLst>
          </p:cNvPr>
          <p:cNvSpPr/>
          <p:nvPr/>
        </p:nvSpPr>
        <p:spPr>
          <a:xfrm>
            <a:off x="131181" y="3248803"/>
            <a:ext cx="11779623" cy="135905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48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DA43-012D-9BFC-480A-6C32CD49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AB6-DA81-FBE0-400A-F041CE2C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IN" dirty="0"/>
              <a:t>INDING LEVEL OF TREENODE IN BST(Continued)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BE1-C865-273F-F7B4-17CA3479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endParaRPr lang="en-IN" sz="17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7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1800" dirty="0">
                <a:latin typeface="Consolas" panose="020B0609020204030204" pitchFamily="49" charset="0"/>
              </a:rPr>
              <a:t> data &lt; data(root)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GB" sz="1800" dirty="0"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(root), data)</a:t>
            </a:r>
            <a:endParaRPr lang="en-IN" sz="18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39FD2E-3EF1-ED32-3658-921416234148}"/>
              </a:ext>
            </a:extLst>
          </p:cNvPr>
          <p:cNvSpPr txBox="1">
            <a:spLocks/>
          </p:cNvSpPr>
          <p:nvPr/>
        </p:nvSpPr>
        <p:spPr>
          <a:xfrm>
            <a:off x="5567082" y="846853"/>
            <a:ext cx="64937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	if</a:t>
            </a:r>
            <a:r>
              <a:rPr lang="en-GB" sz="1800" dirty="0">
                <a:latin typeface="Consolas" panose="020B0609020204030204" pitchFamily="49" charset="0"/>
              </a:rPr>
              <a:t> (data &lt; root-&gt;data)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GB" sz="1800" dirty="0"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	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          </a:t>
            </a:r>
            <a:r>
              <a:rPr lang="en-GB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 </a:t>
            </a:r>
            <a:r>
              <a:rPr lang="en-GB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get_level</a:t>
            </a:r>
            <a:r>
              <a:rPr lang="en-GB" sz="1800" dirty="0">
                <a:latin typeface="Consolas" panose="020B0609020204030204" pitchFamily="49" charset="0"/>
              </a:rPr>
              <a:t>(root-&gt;</a:t>
            </a:r>
            <a:r>
              <a:rPr lang="en-GB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1800" dirty="0">
                <a:latin typeface="Consolas" panose="020B0609020204030204" pitchFamily="49" charset="0"/>
              </a:rPr>
              <a:t>, data);</a:t>
            </a: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nsolas" panose="020B0609020204030204" pitchFamily="49" charset="0"/>
              </a:rPr>
              <a:t>   }</a:t>
            </a: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0FB5D-0755-A21A-7906-D003CBD1A34F}"/>
              </a:ext>
            </a:extLst>
          </p:cNvPr>
          <p:cNvSpPr/>
          <p:nvPr/>
        </p:nvSpPr>
        <p:spPr>
          <a:xfrm>
            <a:off x="161365" y="2043954"/>
            <a:ext cx="11779623" cy="103990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E92AE-C4C7-F817-75B2-93261FEA0764}"/>
              </a:ext>
            </a:extLst>
          </p:cNvPr>
          <p:cNvSpPr/>
          <p:nvPr/>
        </p:nvSpPr>
        <p:spPr>
          <a:xfrm>
            <a:off x="131181" y="3248803"/>
            <a:ext cx="11779623" cy="221966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HEIGHT OF TREENODE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ALGORITHM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0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[Find Left Subtree Height]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lefth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[Find Right Subtree Height]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righth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 *root)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(root ==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lefth</a:t>
            </a:r>
            <a:r>
              <a:rPr lang="en-IN" sz="1800" dirty="0"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righth</a:t>
            </a:r>
            <a:r>
              <a:rPr lang="en-IN" sz="1800" dirty="0"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31181" y="1688592"/>
            <a:ext cx="11779623" cy="10728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131181" y="3145536"/>
            <a:ext cx="11779623" cy="4328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131181" y="3901440"/>
            <a:ext cx="11779623" cy="79857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DA43-012D-9BFC-480A-6C32CD49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AB6-DA81-FBE0-400A-F041CE2C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HEIGHT OF TREENODE(Continued)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BE1-C865-273F-F7B4-17CA3479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ALGORITHM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[Mark Longer Subtree]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lefth &gt; righth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B0F0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(root) ← 'l'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sz="1800" dirty="0">
                <a:latin typeface="Consolas" panose="020B0609020204030204" pitchFamily="49" charset="0"/>
              </a:rPr>
              <a:t> righth &gt; lefth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B0F0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(root) ← 'r'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rgbClr val="00B0F0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(root) ← 'b'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Height]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max(lefth, righth) + 1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39FD2E-3EF1-ED32-3658-921416234148}"/>
              </a:ext>
            </a:extLst>
          </p:cNvPr>
          <p:cNvSpPr txBox="1">
            <a:spLocks/>
          </p:cNvSpPr>
          <p:nvPr/>
        </p:nvSpPr>
        <p:spPr>
          <a:xfrm>
            <a:off x="5567082" y="846853"/>
            <a:ext cx="64937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(lefth &gt; righth)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 = 'l';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sz="1800" dirty="0">
                <a:latin typeface="Consolas" panose="020B0609020204030204" pitchFamily="49" charset="0"/>
              </a:rPr>
              <a:t> (righth &gt; lefth)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 = 'r';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en-IN" sz="1800" dirty="0">
                <a:latin typeface="Consolas" panose="020B0609020204030204" pitchFamily="49" charset="0"/>
              </a:rPr>
              <a:t> = 'b';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max(lefth, righth) + 1;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0FB5D-0755-A21A-7906-D003CBD1A34F}"/>
              </a:ext>
            </a:extLst>
          </p:cNvPr>
          <p:cNvSpPr/>
          <p:nvPr/>
        </p:nvSpPr>
        <p:spPr>
          <a:xfrm>
            <a:off x="131181" y="1274064"/>
            <a:ext cx="11779623" cy="301142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E92AE-C4C7-F817-75B2-93261FEA0764}"/>
              </a:ext>
            </a:extLst>
          </p:cNvPr>
          <p:cNvSpPr/>
          <p:nvPr/>
        </p:nvSpPr>
        <p:spPr>
          <a:xfrm>
            <a:off x="131181" y="4315968"/>
            <a:ext cx="11779623" cy="112776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1868-43FF-EA51-464D-E98B8797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2F13-802E-6064-DF55-80354B06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HEIGHT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1F0627-5AAB-9774-01BB-0B1551260E42}"/>
              </a:ext>
            </a:extLst>
          </p:cNvPr>
          <p:cNvGrpSpPr/>
          <p:nvPr/>
        </p:nvGrpSpPr>
        <p:grpSpPr>
          <a:xfrm>
            <a:off x="5073708" y="853608"/>
            <a:ext cx="204458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A406D7-5DB8-A123-7E81-3DDAB34093CA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h=3 c='l'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34AD72-A557-F49E-2F31-68960C3D1A9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C371A3-1D84-084C-0912-94A07B0EA360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B5577-DF78-A9F7-5456-1F67788F4434}"/>
              </a:ext>
            </a:extLst>
          </p:cNvPr>
          <p:cNvGrpSpPr/>
          <p:nvPr/>
        </p:nvGrpSpPr>
        <p:grpSpPr>
          <a:xfrm>
            <a:off x="3029125" y="2335124"/>
            <a:ext cx="2044583" cy="1198455"/>
            <a:chOff x="4941651" y="908251"/>
            <a:chExt cx="1473503" cy="11984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A1CD05-2B39-C8CC-5D2D-AAD73069587E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h=2 c='b'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1EBE5E-06D0-E38F-C2A9-594AA266CD2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E3A5F-EE62-7D5B-2C75-191E9EFEA2A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1C9D0C-11A7-DC8A-B0BA-A21A1F698A6C}"/>
              </a:ext>
            </a:extLst>
          </p:cNvPr>
          <p:cNvGrpSpPr/>
          <p:nvPr/>
        </p:nvGrpSpPr>
        <p:grpSpPr>
          <a:xfrm>
            <a:off x="8408334" y="2274069"/>
            <a:ext cx="2044583" cy="1198455"/>
            <a:chOff x="4941651" y="908251"/>
            <a:chExt cx="1473503" cy="11984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6EAC23-6EC4-A21C-9DDA-3CD717FA67C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h=1 c='b'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6F41F3-5F03-B276-BB1E-647C2FFCF243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6C5F-8722-0EDB-BE03-A68B0326F3A0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23C320-0812-F72B-F7D0-2E207CCC4DB9}"/>
              </a:ext>
            </a:extLst>
          </p:cNvPr>
          <p:cNvGrpSpPr/>
          <p:nvPr/>
        </p:nvGrpSpPr>
        <p:grpSpPr>
          <a:xfrm>
            <a:off x="1100368" y="3757894"/>
            <a:ext cx="2044583" cy="1198455"/>
            <a:chOff x="4941651" y="908251"/>
            <a:chExt cx="1473503" cy="11984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BFC136-5EC8-9D16-9460-5B844F0F9E55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h=1 c='b'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138F25-007F-F6BA-5097-4BA168D2AE84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039E9F-6A41-432C-DEE3-DCC37A06C7AD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40D2F7-37F5-8067-0152-058B8E95E4FF}"/>
              </a:ext>
            </a:extLst>
          </p:cNvPr>
          <p:cNvGrpSpPr/>
          <p:nvPr/>
        </p:nvGrpSpPr>
        <p:grpSpPr>
          <a:xfrm>
            <a:off x="5058985" y="3791528"/>
            <a:ext cx="2044583" cy="1198455"/>
            <a:chOff x="4941651" y="908251"/>
            <a:chExt cx="1473503" cy="1198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7CE650-92F4-A59E-B08A-3143C2CDA059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h=1 c='b'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86A06AF-C4F3-DD99-E86C-16B666F31BF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6168AD-44BD-17D1-1197-203C7650AAF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7B68D9-B56D-EDC2-AE48-58E26419C678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3B8584-AB00-0A44-7D5D-8A8B13BDDB2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1D376D-ECA5-6913-D4A7-E5C5389126D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F36FCB-8EA5-36AF-3BF1-4A946E6B96A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5B1691-7460-835F-D4C5-276E4F6249A4}"/>
              </a:ext>
            </a:extLst>
          </p:cNvPr>
          <p:cNvGrpSpPr/>
          <p:nvPr/>
        </p:nvGrpSpPr>
        <p:grpSpPr>
          <a:xfrm>
            <a:off x="2408200" y="5367391"/>
            <a:ext cx="1473503" cy="694716"/>
            <a:chOff x="4941651" y="908251"/>
            <a:chExt cx="1473503" cy="77429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43AC82-7FD8-7063-930D-527743B1D37C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05B0CE-607F-072C-CB4B-346709DD421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2A95E3-F40B-52CC-67D3-EA2CCBF3933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5D055D-C277-4716-9739-F8C51FEF25AC}"/>
              </a:ext>
            </a:extLst>
          </p:cNvPr>
          <p:cNvGrpSpPr/>
          <p:nvPr/>
        </p:nvGrpSpPr>
        <p:grpSpPr>
          <a:xfrm>
            <a:off x="4051416" y="5351410"/>
            <a:ext cx="1473503" cy="694716"/>
            <a:chOff x="4941651" y="908251"/>
            <a:chExt cx="1473503" cy="7742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A55997-D710-7A28-294E-A6BF9DD0D596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070576-822D-9D84-3820-8AE7415647F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F83313-A31F-EB42-2DC2-813120D1EBB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70367F-E5C8-90A5-C5C7-353CC42E42FA}"/>
              </a:ext>
            </a:extLst>
          </p:cNvPr>
          <p:cNvGrpSpPr/>
          <p:nvPr/>
        </p:nvGrpSpPr>
        <p:grpSpPr>
          <a:xfrm>
            <a:off x="6836796" y="5351410"/>
            <a:ext cx="1473503" cy="694716"/>
            <a:chOff x="4941651" y="908251"/>
            <a:chExt cx="1473503" cy="77429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586127E-16D4-5919-3C90-9B560B039227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D45FC7-B170-FC90-8429-225E5180AD2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81E8BF-9D41-7647-1F51-92D89C2C0A2D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0F3123-96C0-C2BF-1BE5-D476CBEBF564}"/>
              </a:ext>
            </a:extLst>
          </p:cNvPr>
          <p:cNvGrpSpPr/>
          <p:nvPr/>
        </p:nvGrpSpPr>
        <p:grpSpPr>
          <a:xfrm>
            <a:off x="7410506" y="3883566"/>
            <a:ext cx="1473503" cy="694716"/>
            <a:chOff x="4941651" y="908251"/>
            <a:chExt cx="1473503" cy="77429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29E7C3-A939-3A7B-94B1-D6525525F7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CA783D-8EFE-0D10-EB92-414E583AD0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EB479A4-0EBA-81B6-9ABF-0743D88A6A69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6E545A-E5D0-84AE-6C6C-D738AD754B3B}"/>
              </a:ext>
            </a:extLst>
          </p:cNvPr>
          <p:cNvGrpSpPr/>
          <p:nvPr/>
        </p:nvGrpSpPr>
        <p:grpSpPr>
          <a:xfrm>
            <a:off x="10100467" y="3807483"/>
            <a:ext cx="1473503" cy="694716"/>
            <a:chOff x="4941651" y="908251"/>
            <a:chExt cx="1473503" cy="77429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772FED-ABD8-4914-B895-8BBCD3C7285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F003190-F0CA-B294-01CE-783F85703687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9B2396-96E1-FD7E-8B13-E6576FC8469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0AE4225-1816-1C90-2EEF-6A5DC0105205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4228876" y="1373433"/>
            <a:ext cx="784233" cy="113915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B7BBC3C-44B6-EB4E-54B2-A39F94B75199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2271302" y="2913690"/>
            <a:ext cx="695562" cy="99284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0C421C7-B8C0-97C6-FBBB-4C408598C44C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58543" y="4540646"/>
            <a:ext cx="972474" cy="712980"/>
          </a:xfrm>
          <a:prstGeom prst="bentConnector3">
            <a:avLst>
              <a:gd name="adj1" fmla="val 9978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C2F1807-0B86-4076-BAAF-42D18460CBBD}"/>
              </a:ext>
            </a:extLst>
          </p:cNvPr>
          <p:cNvCxnSpPr>
            <a:cxnSpLocks/>
            <a:stCxn id="47" idx="0"/>
          </p:cNvCxnSpPr>
          <p:nvPr/>
        </p:nvCxnSpPr>
        <p:spPr>
          <a:xfrm rot="5400000" flipH="1" flipV="1">
            <a:off x="4361683" y="4531130"/>
            <a:ext cx="849210" cy="791352"/>
          </a:xfrm>
          <a:prstGeom prst="bentConnector3">
            <a:avLst>
              <a:gd name="adj1" fmla="val 10067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F198B7C-23BA-004F-09B3-6652263D9744}"/>
              </a:ext>
            </a:extLst>
          </p:cNvPr>
          <p:cNvCxnSpPr>
            <a:cxnSpLocks/>
            <a:stCxn id="65" idx="0"/>
          </p:cNvCxnSpPr>
          <p:nvPr/>
        </p:nvCxnSpPr>
        <p:spPr>
          <a:xfrm rot="5400000" flipH="1" flipV="1">
            <a:off x="7696825" y="3088808"/>
            <a:ext cx="847636" cy="741882"/>
          </a:xfrm>
          <a:prstGeom prst="bentConnector3">
            <a:avLst>
              <a:gd name="adj1" fmla="val 10076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4E9F0ED-406A-9D21-B856-54B3B92E5D0B}"/>
              </a:ext>
            </a:extLst>
          </p:cNvPr>
          <p:cNvCxnSpPr>
            <a:cxnSpLocks/>
            <a:stCxn id="68" idx="0"/>
          </p:cNvCxnSpPr>
          <p:nvPr/>
        </p:nvCxnSpPr>
        <p:spPr>
          <a:xfrm rot="16200000" flipV="1">
            <a:off x="9551743" y="2522007"/>
            <a:ext cx="617742" cy="195321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B10ECDC-EB04-B164-AEE2-851FB12B6261}"/>
              </a:ext>
            </a:extLst>
          </p:cNvPr>
          <p:cNvCxnSpPr>
            <a:cxnSpLocks/>
            <a:stCxn id="59" idx="0"/>
          </p:cNvCxnSpPr>
          <p:nvPr/>
        </p:nvCxnSpPr>
        <p:spPr>
          <a:xfrm rot="16200000" flipV="1">
            <a:off x="6263330" y="4041191"/>
            <a:ext cx="656619" cy="19638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B4F0FED-2B6D-D67B-30E4-48D368A46DEE}"/>
              </a:ext>
            </a:extLst>
          </p:cNvPr>
          <p:cNvCxnSpPr>
            <a:cxnSpLocks/>
          </p:cNvCxnSpPr>
          <p:nvPr/>
        </p:nvCxnSpPr>
        <p:spPr>
          <a:xfrm rot="10800000">
            <a:off x="1527795" y="4694790"/>
            <a:ext cx="2215096" cy="688584"/>
          </a:xfrm>
          <a:prstGeom prst="bentConnector3">
            <a:avLst>
              <a:gd name="adj1" fmla="val 62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2774798-7F6F-6FB7-E78E-51947D2E3807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V="1">
            <a:off x="4499763" y="2210014"/>
            <a:ext cx="536455" cy="26265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2D907547-E579-6ABA-3D01-84BB25EB59AA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236035" y="79477"/>
            <a:ext cx="509730" cy="38794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C30460E-E1B2-42BD-05E4-9D37624EDA7C}"/>
              </a:ext>
            </a:extLst>
          </p:cNvPr>
          <p:cNvSpPr txBox="1"/>
          <p:nvPr/>
        </p:nvSpPr>
        <p:spPr>
          <a:xfrm>
            <a:off x="8299063" y="139283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  <a:endParaRPr lang="en-IN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3356ED-E723-4FC9-CCB4-6E05082E1050}"/>
              </a:ext>
            </a:extLst>
          </p:cNvPr>
          <p:cNvSpPr txBox="1"/>
          <p:nvPr/>
        </p:nvSpPr>
        <p:spPr>
          <a:xfrm>
            <a:off x="7725594" y="26930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B3E916-21E6-1EC4-6A15-517FDA2E9304}"/>
              </a:ext>
            </a:extLst>
          </p:cNvPr>
          <p:cNvSpPr txBox="1"/>
          <p:nvPr/>
        </p:nvSpPr>
        <p:spPr>
          <a:xfrm>
            <a:off x="2281964" y="27522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  <a:endParaRPr lang="en-IN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29987C4-1B7F-B068-A6F3-C03B955221FB}"/>
              </a:ext>
            </a:extLst>
          </p:cNvPr>
          <p:cNvSpPr txBox="1"/>
          <p:nvPr/>
        </p:nvSpPr>
        <p:spPr>
          <a:xfrm>
            <a:off x="3268820" y="435712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88EAF39-39C5-B4F5-ABEA-588FDC0B2D4C}"/>
              </a:ext>
            </a:extLst>
          </p:cNvPr>
          <p:cNvSpPr txBox="1"/>
          <p:nvPr/>
        </p:nvSpPr>
        <p:spPr>
          <a:xfrm>
            <a:off x="482906" y="405781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56485B-0C90-5151-C882-64946985653C}"/>
              </a:ext>
            </a:extLst>
          </p:cNvPr>
          <p:cNvSpPr txBox="1"/>
          <p:nvPr/>
        </p:nvSpPr>
        <p:spPr>
          <a:xfrm>
            <a:off x="7049765" y="43641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9787A50-9FBC-1867-5887-41602BF0CAEC}"/>
              </a:ext>
            </a:extLst>
          </p:cNvPr>
          <p:cNvSpPr txBox="1"/>
          <p:nvPr/>
        </p:nvSpPr>
        <p:spPr>
          <a:xfrm>
            <a:off x="4428471" y="408602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E077271-1448-48A2-9686-EBA487A5624B}"/>
              </a:ext>
            </a:extLst>
          </p:cNvPr>
          <p:cNvSpPr txBox="1"/>
          <p:nvPr/>
        </p:nvSpPr>
        <p:spPr>
          <a:xfrm>
            <a:off x="5129724" y="2883849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  <a:endParaRPr lang="en-IN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02B1572-F6B2-871B-C9B8-FF73BC7013B9}"/>
              </a:ext>
            </a:extLst>
          </p:cNvPr>
          <p:cNvSpPr txBox="1"/>
          <p:nvPr/>
        </p:nvSpPr>
        <p:spPr>
          <a:xfrm>
            <a:off x="4366504" y="12081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  <a:endParaRPr lang="en-IN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B4D919C-8077-30F1-0BCB-4FB2EA896D31}"/>
              </a:ext>
            </a:extLst>
          </p:cNvPr>
          <p:cNvSpPr txBox="1"/>
          <p:nvPr/>
        </p:nvSpPr>
        <p:spPr>
          <a:xfrm>
            <a:off x="10439662" y="281313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497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TREE IS BALANCED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ALGORITHM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root 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TRUE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[Find Subtree Heights]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lefth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righth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Height Difference]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|lefth - righth| &gt; 1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371E05-DAF3-570C-39F6-54C4B07854B1}"/>
              </a:ext>
            </a:extLst>
          </p:cNvPr>
          <p:cNvSpPr txBox="1">
            <a:spLocks/>
          </p:cNvSpPr>
          <p:nvPr/>
        </p:nvSpPr>
        <p:spPr>
          <a:xfrm>
            <a:off x="5719482" y="846853"/>
            <a:ext cx="63413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bool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isBalanced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800" dirty="0">
                <a:latin typeface="Consolas" panose="020B0609020204030204" pitchFamily="49" charset="0"/>
              </a:rPr>
              <a:t> *root)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(root ==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true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lefth</a:t>
            </a:r>
            <a:r>
              <a:rPr lang="en-IN" sz="1800" dirty="0"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righth</a:t>
            </a:r>
            <a:r>
              <a:rPr lang="en-IN" sz="1800" dirty="0"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findHeight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800" dirty="0">
                <a:latin typeface="Consolas" panose="020B0609020204030204" pitchFamily="49" charset="0"/>
              </a:rPr>
              <a:t> (abs(lefth - righth) &gt; 1)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false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6EE8E-187E-3F54-8F3E-92FD863002FF}"/>
              </a:ext>
            </a:extLst>
          </p:cNvPr>
          <p:cNvSpPr/>
          <p:nvPr/>
        </p:nvSpPr>
        <p:spPr>
          <a:xfrm>
            <a:off x="131181" y="1767840"/>
            <a:ext cx="11779623" cy="90830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1CE193-73CD-219C-E959-049995C6C613}"/>
              </a:ext>
            </a:extLst>
          </p:cNvPr>
          <p:cNvSpPr/>
          <p:nvPr/>
        </p:nvSpPr>
        <p:spPr>
          <a:xfrm>
            <a:off x="131181" y="3255264"/>
            <a:ext cx="11779623" cy="5852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D9331-1CC8-DC6B-70D9-A459F8C81D04}"/>
              </a:ext>
            </a:extLst>
          </p:cNvPr>
          <p:cNvSpPr/>
          <p:nvPr/>
        </p:nvSpPr>
        <p:spPr>
          <a:xfrm>
            <a:off x="131181" y="4364736"/>
            <a:ext cx="11779623" cy="9448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5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DA43-012D-9BFC-480A-6C32CD49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AB6-DA81-FBE0-400A-F041CE2C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IF TREE IS BALANCED(Continued)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BE1-C865-273F-F7B4-17CA3479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668091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ALGORITHM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Left Subtree]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isLeftBalanced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isBalanced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Right Subtree]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isRightBalanced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isBalanced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[Return Balance Status]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isLeftBalanced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AND</a:t>
            </a:r>
            <a:r>
              <a:rPr lang="en-IN" sz="1800" dirty="0">
                <a:latin typeface="Consolas" panose="020B0609020204030204" pitchFamily="49" charset="0"/>
              </a:rPr>
              <a:t> isRightBalanced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39FD2E-3EF1-ED32-3658-921416234148}"/>
              </a:ext>
            </a:extLst>
          </p:cNvPr>
          <p:cNvSpPr txBox="1">
            <a:spLocks/>
          </p:cNvSpPr>
          <p:nvPr/>
        </p:nvSpPr>
        <p:spPr>
          <a:xfrm>
            <a:off x="5567082" y="846853"/>
            <a:ext cx="6493737" cy="5668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nsolas" panose="020B0609020204030204" pitchFamily="49" charset="0"/>
              </a:rPr>
              <a:t>CODE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bool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isLeftBalanced</a:t>
            </a:r>
            <a:r>
              <a:rPr lang="en-IN" sz="1800" dirty="0"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isBalanced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bool</a:t>
            </a: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B050"/>
                </a:solidFill>
                <a:latin typeface="Consolas" panose="020B0609020204030204" pitchFamily="49" charset="0"/>
              </a:rPr>
              <a:t>isRightBalanced</a:t>
            </a:r>
            <a:r>
              <a:rPr lang="en-IN" sz="1800" dirty="0"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isBalanced</a:t>
            </a:r>
            <a:r>
              <a:rPr lang="en-IN" sz="1800" dirty="0">
                <a:latin typeface="Consolas" panose="020B0609020204030204" pitchFamily="49" charset="0"/>
              </a:rPr>
              <a:t>(root-&gt;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latin typeface="Consolas" panose="020B0609020204030204" pitchFamily="49" charset="0"/>
              </a:rPr>
              <a:t> isLeftBalanced &amp;&amp;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    </a:t>
            </a:r>
            <a:r>
              <a:rPr lang="en-IN" sz="1800" dirty="0">
                <a:latin typeface="Consolas" panose="020B0609020204030204" pitchFamily="49" charset="0"/>
              </a:rPr>
              <a:t>isRightBalanced;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C0FB5D-0755-A21A-7906-D003CBD1A34F}"/>
              </a:ext>
            </a:extLst>
          </p:cNvPr>
          <p:cNvSpPr/>
          <p:nvPr/>
        </p:nvSpPr>
        <p:spPr>
          <a:xfrm>
            <a:off x="131181" y="1664208"/>
            <a:ext cx="11779623" cy="74371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BE92AE-C4C7-F817-75B2-93261FEA0764}"/>
              </a:ext>
            </a:extLst>
          </p:cNvPr>
          <p:cNvSpPr/>
          <p:nvPr/>
        </p:nvSpPr>
        <p:spPr>
          <a:xfrm>
            <a:off x="131181" y="2420112"/>
            <a:ext cx="11779623" cy="112776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31181" y="3547872"/>
            <a:ext cx="11779623" cy="108508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1868-43FF-EA51-464D-E98B8797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2F13-802E-6064-DF55-80354B06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BALANCE RECURSION TRACING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1F0627-5AAB-9774-01BB-0B1551260E42}"/>
              </a:ext>
            </a:extLst>
          </p:cNvPr>
          <p:cNvGrpSpPr/>
          <p:nvPr/>
        </p:nvGrpSpPr>
        <p:grpSpPr>
          <a:xfrm>
            <a:off x="5073708" y="853608"/>
            <a:ext cx="2044583" cy="1198455"/>
            <a:chOff x="4941651" y="908251"/>
            <a:chExt cx="1473503" cy="11984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A406D7-5DB8-A123-7E81-3DDAB34093CA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|2-1|=1 ok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34AD72-A557-F49E-2F31-68960C3D1A9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CC371A3-1D84-084C-0912-94A07B0EA360}"/>
                </a:ext>
              </a:extLst>
            </p:cNvPr>
            <p:cNvSpPr txBox="1"/>
            <p:nvPr/>
          </p:nvSpPr>
          <p:spPr>
            <a:xfrm>
              <a:off x="4941651" y="9082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1</a:t>
              </a:r>
              <a:endParaRPr lang="en-IN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B5577-DF78-A9F7-5456-1F67788F4434}"/>
              </a:ext>
            </a:extLst>
          </p:cNvPr>
          <p:cNvGrpSpPr/>
          <p:nvPr/>
        </p:nvGrpSpPr>
        <p:grpSpPr>
          <a:xfrm>
            <a:off x="3029125" y="2335124"/>
            <a:ext cx="2044583" cy="1198455"/>
            <a:chOff x="4941651" y="908251"/>
            <a:chExt cx="1473503" cy="11984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A1CD05-2B39-C8CC-5D2D-AAD73069587E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|1-1|=0 ok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1EBE5E-06D0-E38F-C2A9-594AA266CD2C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E3A5F-EE62-7D5B-2C75-191E9EFEA2A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2</a:t>
              </a:r>
              <a:endParaRPr lang="en-IN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1C9D0C-11A7-DC8A-B0BA-A21A1F698A6C}"/>
              </a:ext>
            </a:extLst>
          </p:cNvPr>
          <p:cNvGrpSpPr/>
          <p:nvPr/>
        </p:nvGrpSpPr>
        <p:grpSpPr>
          <a:xfrm>
            <a:off x="8408334" y="2274069"/>
            <a:ext cx="2044583" cy="1198455"/>
            <a:chOff x="4941651" y="908251"/>
            <a:chExt cx="1473503" cy="11984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6EAC23-6EC4-A21C-9DDA-3CD717FA67C8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|0-0|=0 ok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6F41F3-5F03-B276-BB1E-647C2FFCF243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746C5F-8722-0EDB-BE03-A68B0326F3A0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3</a:t>
              </a:r>
              <a:endParaRPr lang="en-IN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23C320-0812-F72B-F7D0-2E207CCC4DB9}"/>
              </a:ext>
            </a:extLst>
          </p:cNvPr>
          <p:cNvGrpSpPr/>
          <p:nvPr/>
        </p:nvGrpSpPr>
        <p:grpSpPr>
          <a:xfrm>
            <a:off x="1100368" y="3757894"/>
            <a:ext cx="2044583" cy="1198455"/>
            <a:chOff x="4941651" y="908251"/>
            <a:chExt cx="1473503" cy="11984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BFC136-5EC8-9D16-9460-5B844F0F9E55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|0-0|=0 ok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138F25-007F-F6BA-5097-4BA168D2AE84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039E9F-6A41-432C-DEE3-DCC37A06C7AD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IN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40D2F7-37F5-8067-0152-058B8E95E4FF}"/>
              </a:ext>
            </a:extLst>
          </p:cNvPr>
          <p:cNvGrpSpPr/>
          <p:nvPr/>
        </p:nvGrpSpPr>
        <p:grpSpPr>
          <a:xfrm>
            <a:off x="5058985" y="3791528"/>
            <a:ext cx="2044583" cy="1198455"/>
            <a:chOff x="4941651" y="908251"/>
            <a:chExt cx="1473503" cy="11984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57CE650-92F4-A59E-B08A-3143C2CDA059}"/>
                </a:ext>
              </a:extLst>
            </p:cNvPr>
            <p:cNvSpPr/>
            <p:nvPr/>
          </p:nvSpPr>
          <p:spPr>
            <a:xfrm>
              <a:off x="4941651" y="908251"/>
              <a:ext cx="1473503" cy="1198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|0-0|=0 ok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left</a:t>
              </a:r>
            </a:p>
            <a:p>
              <a:r>
                <a:rPr lang="en-IN" sz="1400" dirty="0">
                  <a:solidFill>
                    <a:schemeClr val="tx1"/>
                  </a:solidFill>
                </a:rPr>
                <a:t>right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86A06AF-C4F3-DD99-E86C-16B666F31BF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6168AD-44BD-17D1-1197-203C7650AAF9}"/>
                </a:ext>
              </a:extLst>
            </p:cNvPr>
            <p:cNvSpPr txBox="1"/>
            <p:nvPr/>
          </p:nvSpPr>
          <p:spPr>
            <a:xfrm>
              <a:off x="4941651" y="908252"/>
              <a:ext cx="21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IN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7B68D9-B56D-EDC2-AE48-58E26419C678}"/>
              </a:ext>
            </a:extLst>
          </p:cNvPr>
          <p:cNvGrpSpPr/>
          <p:nvPr/>
        </p:nvGrpSpPr>
        <p:grpSpPr>
          <a:xfrm>
            <a:off x="149094" y="5383372"/>
            <a:ext cx="1473503" cy="694716"/>
            <a:chOff x="4941651" y="908251"/>
            <a:chExt cx="1473503" cy="774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43B8584-AB00-0A44-7D5D-8A8B13BDDB20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1D376D-ECA5-6913-D4A7-E5C5389126D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F36FCB-8EA5-36AF-3BF1-4A946E6B96A5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5B1691-7460-835F-D4C5-276E4F6249A4}"/>
              </a:ext>
            </a:extLst>
          </p:cNvPr>
          <p:cNvGrpSpPr/>
          <p:nvPr/>
        </p:nvGrpSpPr>
        <p:grpSpPr>
          <a:xfrm>
            <a:off x="2408200" y="5367391"/>
            <a:ext cx="1473503" cy="694716"/>
            <a:chOff x="4941651" y="908251"/>
            <a:chExt cx="1473503" cy="77429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43AC82-7FD8-7063-930D-527743B1D37C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05B0CE-607F-072C-CB4B-346709DD4211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2A95E3-F40B-52CC-67D3-EA2CCBF3933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95D055D-C277-4716-9739-F8C51FEF25AC}"/>
              </a:ext>
            </a:extLst>
          </p:cNvPr>
          <p:cNvGrpSpPr/>
          <p:nvPr/>
        </p:nvGrpSpPr>
        <p:grpSpPr>
          <a:xfrm>
            <a:off x="4051416" y="5351410"/>
            <a:ext cx="1473503" cy="694716"/>
            <a:chOff x="4941651" y="908251"/>
            <a:chExt cx="1473503" cy="77429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A55997-D710-7A28-294E-A6BF9DD0D596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070576-822D-9D84-3820-8AE7415647F5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F83313-A31F-EB42-2DC2-813120D1EBB0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70367F-E5C8-90A5-C5C7-353CC42E42FA}"/>
              </a:ext>
            </a:extLst>
          </p:cNvPr>
          <p:cNvGrpSpPr/>
          <p:nvPr/>
        </p:nvGrpSpPr>
        <p:grpSpPr>
          <a:xfrm>
            <a:off x="6836796" y="5351410"/>
            <a:ext cx="1473503" cy="694716"/>
            <a:chOff x="4941651" y="908251"/>
            <a:chExt cx="1473503" cy="77429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586127E-16D4-5919-3C90-9B560B039227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D45FC7-B170-FC90-8429-225E5180AD2D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81E8BF-9D41-7647-1F51-92D89C2C0A2D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0F3123-96C0-C2BF-1BE5-D476CBEBF564}"/>
              </a:ext>
            </a:extLst>
          </p:cNvPr>
          <p:cNvGrpSpPr/>
          <p:nvPr/>
        </p:nvGrpSpPr>
        <p:grpSpPr>
          <a:xfrm>
            <a:off x="7410506" y="3883566"/>
            <a:ext cx="1473503" cy="694716"/>
            <a:chOff x="4941651" y="908251"/>
            <a:chExt cx="1473503" cy="77429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29E7C3-A939-3A7B-94B1-D6525525F71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CA783D-8EFE-0D10-EB92-414E583AD03E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EB479A4-0EBA-81B6-9ABF-0743D88A6A69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6E545A-E5D0-84AE-6C6C-D738AD754B3B}"/>
              </a:ext>
            </a:extLst>
          </p:cNvPr>
          <p:cNvGrpSpPr/>
          <p:nvPr/>
        </p:nvGrpSpPr>
        <p:grpSpPr>
          <a:xfrm>
            <a:off x="10100467" y="3807483"/>
            <a:ext cx="1473503" cy="694716"/>
            <a:chOff x="4941651" y="908251"/>
            <a:chExt cx="1473503" cy="77429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772FED-ABD8-4914-B895-8BBCD3C72859}"/>
                </a:ext>
              </a:extLst>
            </p:cNvPr>
            <p:cNvSpPr/>
            <p:nvPr/>
          </p:nvSpPr>
          <p:spPr>
            <a:xfrm>
              <a:off x="4941651" y="908251"/>
              <a:ext cx="1473503" cy="77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return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F003190-F0CA-B294-01CE-783F85703687}"/>
                </a:ext>
              </a:extLst>
            </p:cNvPr>
            <p:cNvCxnSpPr/>
            <p:nvPr/>
          </p:nvCxnSpPr>
          <p:spPr>
            <a:xfrm>
              <a:off x="4941651" y="1224416"/>
              <a:ext cx="14522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9B2396-96E1-FD7E-8B13-E6576FC8469C}"/>
                </a:ext>
              </a:extLst>
            </p:cNvPr>
            <p:cNvSpPr txBox="1"/>
            <p:nvPr/>
          </p:nvSpPr>
          <p:spPr>
            <a:xfrm>
              <a:off x="4941651" y="908252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NULL</a:t>
              </a:r>
              <a:endParaRPr lang="en-IN" b="1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0AE4225-1816-1C90-2EEF-6A5DC0105205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4228876" y="1373433"/>
            <a:ext cx="784233" cy="1139151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B7BBC3C-44B6-EB4E-54B2-A39F94B75199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2271302" y="2913690"/>
            <a:ext cx="695562" cy="992847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0C421C7-B8C0-97C6-FBBB-4C408598C44C}"/>
              </a:ext>
            </a:extLst>
          </p:cNvPr>
          <p:cNvCxnSpPr>
            <a:cxnSpLocks/>
            <a:stCxn id="36" idx="0"/>
          </p:cNvCxnSpPr>
          <p:nvPr/>
        </p:nvCxnSpPr>
        <p:spPr>
          <a:xfrm rot="5400000" flipH="1" flipV="1">
            <a:off x="358543" y="4540646"/>
            <a:ext cx="972474" cy="712980"/>
          </a:xfrm>
          <a:prstGeom prst="bentConnector3">
            <a:avLst>
              <a:gd name="adj1" fmla="val 99780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C2F1807-0B86-4076-BAAF-42D18460CBBD}"/>
              </a:ext>
            </a:extLst>
          </p:cNvPr>
          <p:cNvCxnSpPr>
            <a:cxnSpLocks/>
            <a:stCxn id="47" idx="0"/>
          </p:cNvCxnSpPr>
          <p:nvPr/>
        </p:nvCxnSpPr>
        <p:spPr>
          <a:xfrm rot="5400000" flipH="1" flipV="1">
            <a:off x="4361683" y="4531130"/>
            <a:ext cx="849210" cy="791352"/>
          </a:xfrm>
          <a:prstGeom prst="bentConnector3">
            <a:avLst>
              <a:gd name="adj1" fmla="val 10067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DF198B7C-23BA-004F-09B3-6652263D9744}"/>
              </a:ext>
            </a:extLst>
          </p:cNvPr>
          <p:cNvCxnSpPr>
            <a:cxnSpLocks/>
            <a:stCxn id="65" idx="0"/>
          </p:cNvCxnSpPr>
          <p:nvPr/>
        </p:nvCxnSpPr>
        <p:spPr>
          <a:xfrm rot="5400000" flipH="1" flipV="1">
            <a:off x="7696825" y="3088808"/>
            <a:ext cx="847636" cy="741882"/>
          </a:xfrm>
          <a:prstGeom prst="bentConnector3">
            <a:avLst>
              <a:gd name="adj1" fmla="val 10076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4E9F0ED-406A-9D21-B856-54B3B92E5D0B}"/>
              </a:ext>
            </a:extLst>
          </p:cNvPr>
          <p:cNvCxnSpPr>
            <a:cxnSpLocks/>
            <a:stCxn id="68" idx="0"/>
          </p:cNvCxnSpPr>
          <p:nvPr/>
        </p:nvCxnSpPr>
        <p:spPr>
          <a:xfrm rot="16200000" flipV="1">
            <a:off x="9551743" y="2522007"/>
            <a:ext cx="617742" cy="195321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B10ECDC-EB04-B164-AEE2-851FB12B6261}"/>
              </a:ext>
            </a:extLst>
          </p:cNvPr>
          <p:cNvCxnSpPr>
            <a:cxnSpLocks/>
            <a:stCxn id="59" idx="0"/>
          </p:cNvCxnSpPr>
          <p:nvPr/>
        </p:nvCxnSpPr>
        <p:spPr>
          <a:xfrm rot="16200000" flipV="1">
            <a:off x="6263330" y="4041191"/>
            <a:ext cx="656619" cy="196381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B4F0FED-2B6D-D67B-30E4-48D368A46DEE}"/>
              </a:ext>
            </a:extLst>
          </p:cNvPr>
          <p:cNvCxnSpPr>
            <a:cxnSpLocks/>
          </p:cNvCxnSpPr>
          <p:nvPr/>
        </p:nvCxnSpPr>
        <p:spPr>
          <a:xfrm rot="10800000">
            <a:off x="1527795" y="4694790"/>
            <a:ext cx="2215096" cy="688584"/>
          </a:xfrm>
          <a:prstGeom prst="bentConnector3">
            <a:avLst>
              <a:gd name="adj1" fmla="val 625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2774798-7F6F-6FB7-E78E-51947D2E3807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V="1">
            <a:off x="4499763" y="2210014"/>
            <a:ext cx="536455" cy="2626574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2D907547-E579-6ABA-3D01-84BB25EB59AA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236035" y="79477"/>
            <a:ext cx="509730" cy="387945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C30460E-E1B2-42BD-05E4-9D37624EDA7C}"/>
              </a:ext>
            </a:extLst>
          </p:cNvPr>
          <p:cNvSpPr txBox="1"/>
          <p:nvPr/>
        </p:nvSpPr>
        <p:spPr>
          <a:xfrm>
            <a:off x="8299063" y="139283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3356ED-E723-4FC9-CCB4-6E05082E1050}"/>
              </a:ext>
            </a:extLst>
          </p:cNvPr>
          <p:cNvSpPr txBox="1"/>
          <p:nvPr/>
        </p:nvSpPr>
        <p:spPr>
          <a:xfrm>
            <a:off x="7725594" y="26930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B3E916-21E6-1EC4-6A15-517FDA2E9304}"/>
              </a:ext>
            </a:extLst>
          </p:cNvPr>
          <p:cNvSpPr txBox="1"/>
          <p:nvPr/>
        </p:nvSpPr>
        <p:spPr>
          <a:xfrm>
            <a:off x="2281964" y="275226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29987C4-1B7F-B068-A6F3-C03B955221FB}"/>
              </a:ext>
            </a:extLst>
          </p:cNvPr>
          <p:cNvSpPr txBox="1"/>
          <p:nvPr/>
        </p:nvSpPr>
        <p:spPr>
          <a:xfrm>
            <a:off x="3268820" y="435712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88EAF39-39C5-B4F5-ABEA-588FDC0B2D4C}"/>
              </a:ext>
            </a:extLst>
          </p:cNvPr>
          <p:cNvSpPr txBox="1"/>
          <p:nvPr/>
        </p:nvSpPr>
        <p:spPr>
          <a:xfrm>
            <a:off x="482906" y="405781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56485B-0C90-5151-C882-64946985653C}"/>
              </a:ext>
            </a:extLst>
          </p:cNvPr>
          <p:cNvSpPr txBox="1"/>
          <p:nvPr/>
        </p:nvSpPr>
        <p:spPr>
          <a:xfrm>
            <a:off x="7049765" y="43641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9787A50-9FBC-1867-5887-41602BF0CAEC}"/>
              </a:ext>
            </a:extLst>
          </p:cNvPr>
          <p:cNvSpPr txBox="1"/>
          <p:nvPr/>
        </p:nvSpPr>
        <p:spPr>
          <a:xfrm>
            <a:off x="4428471" y="408602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E077271-1448-48A2-9686-EBA487A5624B}"/>
              </a:ext>
            </a:extLst>
          </p:cNvPr>
          <p:cNvSpPr txBox="1"/>
          <p:nvPr/>
        </p:nvSpPr>
        <p:spPr>
          <a:xfrm>
            <a:off x="5129724" y="2883849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02B1572-F6B2-871B-C9B8-FF73BC7013B9}"/>
              </a:ext>
            </a:extLst>
          </p:cNvPr>
          <p:cNvSpPr txBox="1"/>
          <p:nvPr/>
        </p:nvSpPr>
        <p:spPr>
          <a:xfrm>
            <a:off x="4366504" y="12081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B4D919C-8077-30F1-0BCB-4FB2EA896D31}"/>
              </a:ext>
            </a:extLst>
          </p:cNvPr>
          <p:cNvSpPr txBox="1"/>
          <p:nvPr/>
        </p:nvSpPr>
        <p:spPr>
          <a:xfrm>
            <a:off x="10439662" y="281313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true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497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6613</TotalTime>
  <Words>781</Words>
  <Application>Microsoft Office PowerPoint</Application>
  <PresentationFormat>Widescreen</PresentationFormat>
  <Paragraphs>280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Consolas</vt:lpstr>
      <vt:lpstr>Wingdings 3</vt:lpstr>
      <vt:lpstr>Wingdings</vt:lpstr>
      <vt:lpstr>Calibri</vt:lpstr>
      <vt:lpstr>Arial</vt:lpstr>
      <vt:lpstr>Roboto Condensed</vt:lpstr>
      <vt:lpstr>Roboto Condensed Light</vt:lpstr>
      <vt:lpstr>Office Theme</vt:lpstr>
      <vt:lpstr>Tree from Scratch(Part-3) Data Structure</vt:lpstr>
      <vt:lpstr>TreeNode Structure With Level</vt:lpstr>
      <vt:lpstr>SETTING LEVEL OF TREENODE</vt:lpstr>
      <vt:lpstr>SETTING LEVEL RECURSION TRACING</vt:lpstr>
      <vt:lpstr>FINDING LEVEL OF TREENODE IN BINARY TREE</vt:lpstr>
      <vt:lpstr>FINDING LEVEL OF TREENODE IN BINARY TREE(Continued)</vt:lpstr>
      <vt:lpstr>FINDING LEVEL IN BINARY TREE RECURSION TRACING</vt:lpstr>
      <vt:lpstr>FINDING LEVEL OF TREENODE IN BST</vt:lpstr>
      <vt:lpstr>FINDING LEVEL OF TREENODE IN BST(Continued)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Dhruv Limbasiya</cp:lastModifiedBy>
  <cp:revision>1091</cp:revision>
  <dcterms:created xsi:type="dcterms:W3CDTF">2020-05-01T05:09:15Z</dcterms:created>
  <dcterms:modified xsi:type="dcterms:W3CDTF">2026-08-16T15:58:16Z</dcterms:modified>
</cp:coreProperties>
</file>