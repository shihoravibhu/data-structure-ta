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15" r:id="rId2"/>
    <p:sldId id="423" r:id="rId3"/>
    <p:sldId id="424" r:id="rId4"/>
    <p:sldId id="425" r:id="rId5"/>
    <p:sldId id="344" r:id="rId6"/>
  </p:sldIdLst>
  <p:sldSz cx="12192000" cy="6858000"/>
  <p:notesSz cx="6858000" cy="9144000"/>
  <p:embeddedFontLst>
    <p:embeddedFont>
      <p:font typeface="Roboto Condensed" panose="020F0502020204030204" pitchFamily="34" charset="0"/>
      <p:regular r:id="rId9"/>
      <p:bold r:id="rId10"/>
      <p:italic r:id="rId11"/>
      <p:boldItalic r:id="rId12"/>
    </p:embeddedFont>
    <p:embeddedFont>
      <p:font typeface="Roboto Condensed Light" panose="020F0302020204030204" pitchFamily="34" charset="0"/>
      <p:regular r:id="rId13"/>
      <p:italic r:id="rId14"/>
    </p:embeddedFont>
    <p:embeddedFont>
      <p:font typeface="Wingdings 3" pitchFamily="2" charset="2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71B1C"/>
    <a:srgbClr val="FFFFFF"/>
    <a:srgbClr val="9A3A3A"/>
    <a:srgbClr val="1D3064"/>
    <a:srgbClr val="F54337"/>
    <a:srgbClr val="ED524F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15/06/26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baseline="0" dirty="0"/>
              <a:t> University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780096" y="5890392"/>
            <a:ext cx="2554142" cy="587454"/>
            <a:chOff x="94752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8B55886-6939-173D-0399-543AE006182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D3C3F07-EDD3-52AF-0EE4-F04B600338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437224" y="6087939"/>
            <a:ext cx="2554142" cy="650953"/>
            <a:chOff x="9437224" y="6087939"/>
            <a:chExt cx="2554142" cy="6509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99E7C37-A171-578A-F143-E583B37C89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CB66480-67B1-DCA9-5D6A-97B79F7DF39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266AAA7-4025-ADFA-6591-6CD7896DDA6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1: </a:t>
            </a:r>
            <a:r>
              <a:rPr lang="en-US" sz="1800" dirty="0"/>
              <a:t>Introduction to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686" y="1367559"/>
            <a:ext cx="7694136" cy="2373931"/>
          </a:xfrm>
        </p:spPr>
        <p:txBody>
          <a:bodyPr/>
          <a:lstStyle/>
          <a:p>
            <a:r>
              <a:rPr lang="en-US" sz="6000" b="0" dirty="0"/>
              <a:t>LAB – 5</a:t>
            </a:r>
            <a:br>
              <a:rPr lang="en-US" sz="6000" dirty="0"/>
            </a:br>
            <a:r>
              <a:rPr lang="en-US" sz="6000" dirty="0"/>
              <a:t>ARRAY CONCEPTS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</a:t>
            </a:r>
            <a:r>
              <a:rPr lang="en-US" dirty="0"/>
              <a:t> U.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738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1201"/>
            <a:ext cx="12192000" cy="477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6300132" y="1188605"/>
            <a:ext cx="5891867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- 31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535024" y="1773381"/>
            <a:ext cx="5387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000" dirty="0"/>
              <a:t>Declare three 2D arrays (matrices) of size 2x2 of data type </a:t>
            </a:r>
            <a:r>
              <a:rPr lang="en-IN" sz="1600" dirty="0"/>
              <a:t>int</a:t>
            </a:r>
            <a:r>
              <a:rPr lang="en-IN" sz="2000" dirty="0"/>
              <a:t> (e.g., </a:t>
            </a:r>
            <a:r>
              <a:rPr lang="en-IN" sz="1600" dirty="0"/>
              <a:t>mat1[2][2]</a:t>
            </a:r>
            <a:r>
              <a:rPr lang="en-IN" sz="2000" dirty="0"/>
              <a:t>, </a:t>
            </a:r>
            <a:r>
              <a:rPr lang="en-IN" sz="1600" dirty="0"/>
              <a:t>mat2[2][2]</a:t>
            </a:r>
            <a:r>
              <a:rPr lang="en-IN" sz="2000" dirty="0"/>
              <a:t>, </a:t>
            </a:r>
            <a:r>
              <a:rPr lang="en-IN" sz="1600" dirty="0"/>
              <a:t>sum[2][2]</a:t>
            </a:r>
            <a:r>
              <a:rPr lang="en-IN" sz="2000" dirty="0"/>
              <a:t>).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000" dirty="0"/>
              <a:t>Use nested </a:t>
            </a:r>
            <a:r>
              <a:rPr lang="en-IN" sz="1600" dirty="0"/>
              <a:t>for</a:t>
            </a:r>
            <a:r>
              <a:rPr lang="en-IN" sz="2000" dirty="0"/>
              <a:t> loops and </a:t>
            </a:r>
            <a:r>
              <a:rPr lang="en-IN" sz="1600" dirty="0" err="1"/>
              <a:t>scanf</a:t>
            </a:r>
            <a:r>
              <a:rPr lang="en-IN" sz="1600" dirty="0"/>
              <a:t>()</a:t>
            </a:r>
            <a:r>
              <a:rPr lang="en-IN" sz="2000" dirty="0"/>
              <a:t> to read elements into </a:t>
            </a:r>
            <a:r>
              <a:rPr lang="en-IN" sz="1600" dirty="0"/>
              <a:t>mat1</a:t>
            </a:r>
            <a:r>
              <a:rPr lang="en-IN" sz="2000" dirty="0"/>
              <a:t> and </a:t>
            </a:r>
            <a:r>
              <a:rPr lang="en-IN" sz="1600" dirty="0"/>
              <a:t>mat2</a:t>
            </a:r>
            <a:r>
              <a:rPr lang="en-IN" sz="2000" dirty="0"/>
              <a:t> from the user.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000" dirty="0"/>
              <a:t>Use nested </a:t>
            </a:r>
            <a:r>
              <a:rPr lang="en-IN" sz="1600" dirty="0"/>
              <a:t>for</a:t>
            </a:r>
            <a:r>
              <a:rPr lang="en-IN" sz="2000" dirty="0"/>
              <a:t> loops to iterate through the rows and columns.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000" dirty="0"/>
              <a:t>Add corresponding elements: </a:t>
            </a:r>
            <a:r>
              <a:rPr lang="en-IN" sz="1600" dirty="0"/>
              <a:t>sum[</a:t>
            </a:r>
            <a:r>
              <a:rPr lang="en-IN" sz="1600" dirty="0" err="1"/>
              <a:t>i</a:t>
            </a:r>
            <a:r>
              <a:rPr lang="en-IN" sz="1600" dirty="0"/>
              <a:t>][j] = mat1[</a:t>
            </a:r>
            <a:r>
              <a:rPr lang="en-IN" sz="1600" dirty="0" err="1"/>
              <a:t>i</a:t>
            </a:r>
            <a:r>
              <a:rPr lang="en-IN" sz="1600" dirty="0"/>
              <a:t>][j] + mat2[</a:t>
            </a:r>
            <a:r>
              <a:rPr lang="en-IN" sz="1600" dirty="0" err="1"/>
              <a:t>i</a:t>
            </a:r>
            <a:r>
              <a:rPr lang="en-IN" sz="1600" dirty="0"/>
              <a:t>][j]</a:t>
            </a:r>
            <a:r>
              <a:rPr lang="en-IN" sz="2000" dirty="0"/>
              <a:t>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000" dirty="0"/>
              <a:t>Display all the elements of the </a:t>
            </a:r>
            <a:r>
              <a:rPr lang="en-IN" sz="1600" dirty="0"/>
              <a:t>sum</a:t>
            </a:r>
            <a:r>
              <a:rPr lang="en-IN" sz="2000" dirty="0"/>
              <a:t> matrix in a matrix format using next nested </a:t>
            </a:r>
            <a:r>
              <a:rPr lang="en-IN" sz="1600" dirty="0"/>
              <a:t>for</a:t>
            </a:r>
            <a:r>
              <a:rPr lang="en-IN" sz="2000" dirty="0"/>
              <a:t> loops.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0" y="726940"/>
            <a:ext cx="1219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 </a:t>
            </a:r>
            <a:r>
              <a:rPr lang="en-IN" sz="2200" dirty="0"/>
              <a:t>Write a program to </a:t>
            </a:r>
            <a:r>
              <a:rPr lang="en-IN" sz="2200" b="1" dirty="0"/>
              <a:t>read two 2x2 matrices</a:t>
            </a:r>
            <a:r>
              <a:rPr lang="en-IN" sz="2200" dirty="0"/>
              <a:t> and perform </a:t>
            </a:r>
            <a:r>
              <a:rPr lang="en-IN" sz="2200" b="1" dirty="0"/>
              <a:t>addition</a:t>
            </a:r>
            <a:r>
              <a:rPr lang="en-IN" sz="2200" dirty="0"/>
              <a:t> of matrices into a third matrix and print it.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131180" y="1306609"/>
            <a:ext cx="47763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elements for the first 2x2 matrix from the user.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endParaRPr lang="en-IN" sz="2400" dirty="0"/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elements for the second 2x2 matrix from the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180" y="4434521"/>
            <a:ext cx="60301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resulting 2x2 matrix after addition.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4956" y="1280938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156839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1200"/>
            <a:ext cx="121920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6535024" y="1188605"/>
            <a:ext cx="5656975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- 32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635692" y="1634530"/>
            <a:ext cx="5425128" cy="4965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Declare three 2D arrays: mat1[3][2], mat2[2][3], and result[3][3].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Use nested for loops and </a:t>
            </a:r>
            <a:r>
              <a:rPr lang="en-US" sz="2000" dirty="0" err="1"/>
              <a:t>scanf</a:t>
            </a:r>
            <a:r>
              <a:rPr lang="en-US" sz="2000" dirty="0"/>
              <a:t>() to take input for mat1 and mat2.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Initialize the result matrix elements to 0.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Use three nested for loops to perform multiplication: result[</a:t>
            </a:r>
            <a:r>
              <a:rPr lang="en-US" sz="2000" dirty="0" err="1"/>
              <a:t>i</a:t>
            </a:r>
            <a:r>
              <a:rPr lang="en-US" sz="2000" dirty="0"/>
              <a:t>][j] += mat1[</a:t>
            </a:r>
            <a:r>
              <a:rPr lang="en-US" sz="2000" dirty="0" err="1"/>
              <a:t>i</a:t>
            </a:r>
            <a:r>
              <a:rPr lang="en-US" sz="2000" dirty="0"/>
              <a:t>][k] * mat2[k][j].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Display all the elements of the result matrix in a matrix format using next nested for loops.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26940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Write a program to read two matrices, </a:t>
            </a:r>
            <a:r>
              <a:rPr lang="en-US" sz="2400" b="1" dirty="0"/>
              <a:t>first 3x2 </a:t>
            </a:r>
            <a:r>
              <a:rPr lang="en-US" sz="2400" dirty="0"/>
              <a:t>and </a:t>
            </a:r>
            <a:r>
              <a:rPr lang="en-US" sz="2400" b="1" dirty="0"/>
              <a:t>second 2x3</a:t>
            </a:r>
            <a:r>
              <a:rPr lang="en-US" sz="2400" dirty="0"/>
              <a:t>, perform </a:t>
            </a:r>
            <a:r>
              <a:rPr lang="en-US" sz="2400" b="1" dirty="0"/>
              <a:t>multiplication</a:t>
            </a:r>
            <a:r>
              <a:rPr lang="en-US" sz="2400" dirty="0"/>
              <a:t> operation and store the result in a third matrix and print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180" y="1717157"/>
            <a:ext cx="49441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Take elements for the first matrix (3 rows, 2 columns) from the user. 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endParaRPr lang="en-US" sz="2400" dirty="0"/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Take elements for the second matrix (2 rows, 3 columns) from the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179" y="4494234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resulting 3x3 matrix after multiplication.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4956" y="1280938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113940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4475-E6E6-996A-3AE1-E1A810BC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3FA5C0-E507-AA60-5280-7A7BB2DE76A1}"/>
              </a:ext>
            </a:extLst>
          </p:cNvPr>
          <p:cNvSpPr/>
          <p:nvPr/>
        </p:nvSpPr>
        <p:spPr>
          <a:xfrm>
            <a:off x="0" y="711200"/>
            <a:ext cx="12192000" cy="477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5A2BA4-EAB3-AD12-D335-EA0BF09B8098}"/>
              </a:ext>
            </a:extLst>
          </p:cNvPr>
          <p:cNvSpPr/>
          <p:nvPr/>
        </p:nvSpPr>
        <p:spPr>
          <a:xfrm>
            <a:off x="6224632" y="1188605"/>
            <a:ext cx="5905849" cy="5308795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399EC2B-B1AE-8727-EDFB-8B1BAB8D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- 33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36AD2-91EA-9178-052F-80DAE36CC6AA}"/>
              </a:ext>
            </a:extLst>
          </p:cNvPr>
          <p:cNvSpPr txBox="1"/>
          <p:nvPr/>
        </p:nvSpPr>
        <p:spPr>
          <a:xfrm>
            <a:off x="6224631" y="1634530"/>
            <a:ext cx="5836189" cy="4862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Declare a 2D character array (array of strings) to store ‘N’ words.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Use a for loop to read ‘N’ words from the user.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Generate a random index between 0 and N-1 using the rand() function.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Display the word stored at that generated index and prompt the user to enter its anagram.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Take the user's guessed word using </a:t>
            </a:r>
            <a:r>
              <a:rPr lang="en-US" sz="2000" dirty="0" err="1"/>
              <a:t>scanf</a:t>
            </a:r>
            <a:r>
              <a:rPr lang="en-US" sz="2000" dirty="0"/>
              <a:t>().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Compare the lengths of the original word and the guessed word; if they are different, it is not an anagram.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If lengths match, Compare the sorted characters or frequency. If they match completely, print "Correct Anagram", otherwise print "Not an Anagram".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57854-896C-E6E3-75E7-51C786575B05}"/>
              </a:ext>
            </a:extLst>
          </p:cNvPr>
          <p:cNvSpPr/>
          <p:nvPr/>
        </p:nvSpPr>
        <p:spPr>
          <a:xfrm>
            <a:off x="0" y="72694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Design an </a:t>
            </a:r>
            <a:r>
              <a:rPr lang="en-US" sz="2400" b="1" dirty="0"/>
              <a:t>anagram game</a:t>
            </a:r>
            <a:r>
              <a:rPr lang="en-US" sz="2400" dirty="0"/>
              <a:t> using an array.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97744-0778-B89A-B3EA-15A8F7780485}"/>
              </a:ext>
            </a:extLst>
          </p:cNvPr>
          <p:cNvSpPr/>
          <p:nvPr/>
        </p:nvSpPr>
        <p:spPr>
          <a:xfrm>
            <a:off x="131179" y="1221543"/>
            <a:ext cx="4944160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400" b="1" u="sng" dirty="0"/>
              <a:t>INPUT:</a:t>
            </a:r>
          </a:p>
          <a:p>
            <a:pPr marL="457200" lvl="0" indent="-4572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Take total number of words to enter (‘N’) from the user.</a:t>
            </a:r>
          </a:p>
          <a:p>
            <a:pPr marL="457200" lvl="0" indent="-4572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Take ‘N’ individual words from the user.</a:t>
            </a:r>
          </a:p>
          <a:p>
            <a:pPr marL="457200" lvl="0" indent="-4572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sz="2000" dirty="0"/>
              <a:t>Take the anagram guess string from the user based on the randomly displayed word.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F44AB1-68C5-082D-D770-CE0BC8891969}"/>
              </a:ext>
            </a:extLst>
          </p:cNvPr>
          <p:cNvSpPr/>
          <p:nvPr/>
        </p:nvSpPr>
        <p:spPr>
          <a:xfrm>
            <a:off x="131179" y="4544568"/>
            <a:ext cx="63733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000" dirty="0"/>
              <a:t>Display the randomly selected word. Display an appropriate message checking whether the user's input is a correct anagram or not.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CB041-CE5D-A154-C08B-EE35F59C2D48}"/>
              </a:ext>
            </a:extLst>
          </p:cNvPr>
          <p:cNvSpPr/>
          <p:nvPr/>
        </p:nvSpPr>
        <p:spPr>
          <a:xfrm>
            <a:off x="7584956" y="1205437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252464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Pradyuman U. Jadeja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b="1" dirty="0"/>
              <a:t>Data Structure</a:t>
            </a:r>
            <a:endParaRPr lang="en-US" sz="24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B5C1F48F-F81B-E855-0507-9B882B986D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3531</TotalTime>
  <Words>591</Words>
  <Application>Microsoft Macintosh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Wingdings 3</vt:lpstr>
      <vt:lpstr>Calibri</vt:lpstr>
      <vt:lpstr>Wingdings</vt:lpstr>
      <vt:lpstr>Arial</vt:lpstr>
      <vt:lpstr>Roboto Condensed Light</vt:lpstr>
      <vt:lpstr>Roboto Condensed</vt:lpstr>
      <vt:lpstr>Office Theme</vt:lpstr>
      <vt:lpstr>LAB – 5 ARRAY CONCEPTS </vt:lpstr>
      <vt:lpstr>Program - 31</vt:lpstr>
      <vt:lpstr>Program - 32</vt:lpstr>
      <vt:lpstr>Program - 33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(Part 1) Introduction to Data Structure</dc:title>
  <dc:creator>ADMIN</dc:creator>
  <cp:keywords>Unit-1 (Part 1) Introduction to Data Structure</cp:keywords>
  <cp:lastModifiedBy>Rohan</cp:lastModifiedBy>
  <cp:revision>362</cp:revision>
  <dcterms:created xsi:type="dcterms:W3CDTF">2020-05-01T05:09:15Z</dcterms:created>
  <dcterms:modified xsi:type="dcterms:W3CDTF">2026-06-15T15:08:30Z</dcterms:modified>
  <cp:category>Unit-1 (Part 1) Introduction to Data Structure</cp:category>
</cp:coreProperties>
</file>